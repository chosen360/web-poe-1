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EE577E-FE49-490C-97E1-561912B653C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B52B13-2E2D-4002-BA78-6C317BC0D5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are a passionate game development studio dedicated to creating fun, engaging, and story-driven games for all types of players.</a:t>
          </a:r>
        </a:p>
      </dgm:t>
    </dgm:pt>
    <dgm:pt modelId="{5DDC0840-7A4C-47A7-A308-25AE2C0005D4}" type="parTrans" cxnId="{411B8501-D216-4E12-9131-01149751EA7C}">
      <dgm:prSet/>
      <dgm:spPr/>
      <dgm:t>
        <a:bodyPr/>
        <a:lstStyle/>
        <a:p>
          <a:endParaRPr lang="en-US"/>
        </a:p>
      </dgm:t>
    </dgm:pt>
    <dgm:pt modelId="{0F28E934-44AE-4317-A881-B804C0C64C6F}" type="sibTrans" cxnId="{411B8501-D216-4E12-9131-01149751EA7C}">
      <dgm:prSet/>
      <dgm:spPr/>
      <dgm:t>
        <a:bodyPr/>
        <a:lstStyle/>
        <a:p>
          <a:endParaRPr lang="en-US"/>
        </a:p>
      </dgm:t>
    </dgm:pt>
    <dgm:pt modelId="{1F137C78-6755-4076-8306-CA5BB2E8E4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Our mission is simple: bring imagination to life through gaming.</a:t>
          </a:r>
        </a:p>
      </dgm:t>
    </dgm:pt>
    <dgm:pt modelId="{7AB5899E-2146-490A-8BEC-6DBAE7161B78}" type="parTrans" cxnId="{BEEF4237-682B-4971-B395-9A1C30A8A168}">
      <dgm:prSet/>
      <dgm:spPr/>
      <dgm:t>
        <a:bodyPr/>
        <a:lstStyle/>
        <a:p>
          <a:endParaRPr lang="en-US"/>
        </a:p>
      </dgm:t>
    </dgm:pt>
    <dgm:pt modelId="{14B5513D-19F0-4D4B-ADB1-39DCA37426F5}" type="sibTrans" cxnId="{BEEF4237-682B-4971-B395-9A1C30A8A168}">
      <dgm:prSet/>
      <dgm:spPr/>
      <dgm:t>
        <a:bodyPr/>
        <a:lstStyle/>
        <a:p>
          <a:endParaRPr lang="en-US"/>
        </a:p>
      </dgm:t>
    </dgm:pt>
    <dgm:pt modelId="{7871C4D3-C82D-4CD3-B2F4-EBF71636A77E}" type="pres">
      <dgm:prSet presAssocID="{DBEE577E-FE49-490C-97E1-561912B653CE}" presName="root" presStyleCnt="0">
        <dgm:presLayoutVars>
          <dgm:dir/>
          <dgm:resizeHandles val="exact"/>
        </dgm:presLayoutVars>
      </dgm:prSet>
      <dgm:spPr/>
    </dgm:pt>
    <dgm:pt modelId="{B738638F-752F-4F36-85F8-B700A8101D5D}" type="pres">
      <dgm:prSet presAssocID="{8CB52B13-2E2D-4002-BA78-6C317BC0D5EC}" presName="compNode" presStyleCnt="0"/>
      <dgm:spPr/>
    </dgm:pt>
    <dgm:pt modelId="{72C2EECF-60DD-4925-A26E-4A2E61C43E78}" type="pres">
      <dgm:prSet presAssocID="{8CB52B13-2E2D-4002-BA78-6C317BC0D5E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DC1E6FEA-67F4-4A21-9170-C7C6545A25C4}" type="pres">
      <dgm:prSet presAssocID="{8CB52B13-2E2D-4002-BA78-6C317BC0D5EC}" presName="spaceRect" presStyleCnt="0"/>
      <dgm:spPr/>
    </dgm:pt>
    <dgm:pt modelId="{5843500E-B7EA-4562-A2E4-438FE5724BDD}" type="pres">
      <dgm:prSet presAssocID="{8CB52B13-2E2D-4002-BA78-6C317BC0D5EC}" presName="textRect" presStyleLbl="revTx" presStyleIdx="0" presStyleCnt="2">
        <dgm:presLayoutVars>
          <dgm:chMax val="1"/>
          <dgm:chPref val="1"/>
        </dgm:presLayoutVars>
      </dgm:prSet>
      <dgm:spPr/>
    </dgm:pt>
    <dgm:pt modelId="{CAE0AF0C-61E5-4B36-B07E-4C27CB86506D}" type="pres">
      <dgm:prSet presAssocID="{0F28E934-44AE-4317-A881-B804C0C64C6F}" presName="sibTrans" presStyleCnt="0"/>
      <dgm:spPr/>
    </dgm:pt>
    <dgm:pt modelId="{6939B904-3495-4DB0-A4A5-7DA320F69705}" type="pres">
      <dgm:prSet presAssocID="{1F137C78-6755-4076-8306-CA5BB2E8E4E9}" presName="compNode" presStyleCnt="0"/>
      <dgm:spPr/>
    </dgm:pt>
    <dgm:pt modelId="{2C3E1144-6D4B-4127-A22E-8374EFEEB7D4}" type="pres">
      <dgm:prSet presAssocID="{1F137C78-6755-4076-8306-CA5BB2E8E4E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1A0559D4-BA31-4FFB-B1D9-3ADAEDC1EFC4}" type="pres">
      <dgm:prSet presAssocID="{1F137C78-6755-4076-8306-CA5BB2E8E4E9}" presName="spaceRect" presStyleCnt="0"/>
      <dgm:spPr/>
    </dgm:pt>
    <dgm:pt modelId="{D48E2678-4D49-4A8A-B0C1-3CBC50168A51}" type="pres">
      <dgm:prSet presAssocID="{1F137C78-6755-4076-8306-CA5BB2E8E4E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11B8501-D216-4E12-9131-01149751EA7C}" srcId="{DBEE577E-FE49-490C-97E1-561912B653CE}" destId="{8CB52B13-2E2D-4002-BA78-6C317BC0D5EC}" srcOrd="0" destOrd="0" parTransId="{5DDC0840-7A4C-47A7-A308-25AE2C0005D4}" sibTransId="{0F28E934-44AE-4317-A881-B804C0C64C6F}"/>
    <dgm:cxn modelId="{BEEF4237-682B-4971-B395-9A1C30A8A168}" srcId="{DBEE577E-FE49-490C-97E1-561912B653CE}" destId="{1F137C78-6755-4076-8306-CA5BB2E8E4E9}" srcOrd="1" destOrd="0" parTransId="{7AB5899E-2146-490A-8BEC-6DBAE7161B78}" sibTransId="{14B5513D-19F0-4D4B-ADB1-39DCA37426F5}"/>
    <dgm:cxn modelId="{108E6A39-71DF-4E6F-9AD0-B1064A6BCD90}" type="presOf" srcId="{DBEE577E-FE49-490C-97E1-561912B653CE}" destId="{7871C4D3-C82D-4CD3-B2F4-EBF71636A77E}" srcOrd="0" destOrd="0" presId="urn:microsoft.com/office/officeart/2018/2/layout/IconLabelList"/>
    <dgm:cxn modelId="{84801E46-E0A2-444C-ADDF-27BBC7A90922}" type="presOf" srcId="{8CB52B13-2E2D-4002-BA78-6C317BC0D5EC}" destId="{5843500E-B7EA-4562-A2E4-438FE5724BDD}" srcOrd="0" destOrd="0" presId="urn:microsoft.com/office/officeart/2018/2/layout/IconLabelList"/>
    <dgm:cxn modelId="{6665A797-AB23-4E42-B383-D539465B52A1}" type="presOf" srcId="{1F137C78-6755-4076-8306-CA5BB2E8E4E9}" destId="{D48E2678-4D49-4A8A-B0C1-3CBC50168A51}" srcOrd="0" destOrd="0" presId="urn:microsoft.com/office/officeart/2018/2/layout/IconLabelList"/>
    <dgm:cxn modelId="{CED5D2BA-B071-43AD-9090-3D7A5DF10E5A}" type="presParOf" srcId="{7871C4D3-C82D-4CD3-B2F4-EBF71636A77E}" destId="{B738638F-752F-4F36-85F8-B700A8101D5D}" srcOrd="0" destOrd="0" presId="urn:microsoft.com/office/officeart/2018/2/layout/IconLabelList"/>
    <dgm:cxn modelId="{B2297BB4-9041-4E4F-9166-40986E65366F}" type="presParOf" srcId="{B738638F-752F-4F36-85F8-B700A8101D5D}" destId="{72C2EECF-60DD-4925-A26E-4A2E61C43E78}" srcOrd="0" destOrd="0" presId="urn:microsoft.com/office/officeart/2018/2/layout/IconLabelList"/>
    <dgm:cxn modelId="{7DEA7731-FBF7-4F78-947F-0529A452B14C}" type="presParOf" srcId="{B738638F-752F-4F36-85F8-B700A8101D5D}" destId="{DC1E6FEA-67F4-4A21-9170-C7C6545A25C4}" srcOrd="1" destOrd="0" presId="urn:microsoft.com/office/officeart/2018/2/layout/IconLabelList"/>
    <dgm:cxn modelId="{9CA88709-DE60-477C-B4AD-82F8EE059C32}" type="presParOf" srcId="{B738638F-752F-4F36-85F8-B700A8101D5D}" destId="{5843500E-B7EA-4562-A2E4-438FE5724BDD}" srcOrd="2" destOrd="0" presId="urn:microsoft.com/office/officeart/2018/2/layout/IconLabelList"/>
    <dgm:cxn modelId="{785D37C8-171F-469A-A990-2BC575198503}" type="presParOf" srcId="{7871C4D3-C82D-4CD3-B2F4-EBF71636A77E}" destId="{CAE0AF0C-61E5-4B36-B07E-4C27CB86506D}" srcOrd="1" destOrd="0" presId="urn:microsoft.com/office/officeart/2018/2/layout/IconLabelList"/>
    <dgm:cxn modelId="{8C33FF4B-EFBC-48F3-A96F-5FE560CC064F}" type="presParOf" srcId="{7871C4D3-C82D-4CD3-B2F4-EBF71636A77E}" destId="{6939B904-3495-4DB0-A4A5-7DA320F69705}" srcOrd="2" destOrd="0" presId="urn:microsoft.com/office/officeart/2018/2/layout/IconLabelList"/>
    <dgm:cxn modelId="{58EA2C89-336C-4A81-B51E-029FEE6C641A}" type="presParOf" srcId="{6939B904-3495-4DB0-A4A5-7DA320F69705}" destId="{2C3E1144-6D4B-4127-A22E-8374EFEEB7D4}" srcOrd="0" destOrd="0" presId="urn:microsoft.com/office/officeart/2018/2/layout/IconLabelList"/>
    <dgm:cxn modelId="{BABBDE17-AB75-4458-B60B-2FB19F392FF9}" type="presParOf" srcId="{6939B904-3495-4DB0-A4A5-7DA320F69705}" destId="{1A0559D4-BA31-4FFB-B1D9-3ADAEDC1EFC4}" srcOrd="1" destOrd="0" presId="urn:microsoft.com/office/officeart/2018/2/layout/IconLabelList"/>
    <dgm:cxn modelId="{A17B6102-E360-488F-9EBD-7343C5CF0B8D}" type="presParOf" srcId="{6939B904-3495-4DB0-A4A5-7DA320F69705}" destId="{D48E2678-4D49-4A8A-B0C1-3CBC50168A5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EDBECD7-F6E7-4125-8431-23FCFC8FBBD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DDA7CD6-B9EA-470A-8E0C-DAA69FFB8C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Bring stories to life through interactive worlds.</a:t>
          </a:r>
        </a:p>
      </dgm:t>
    </dgm:pt>
    <dgm:pt modelId="{99621284-E9BF-43D2-A85D-7A12952B5753}" type="parTrans" cxnId="{756FE85C-4F9D-4C06-B8C6-39E303B28AEE}">
      <dgm:prSet/>
      <dgm:spPr/>
      <dgm:t>
        <a:bodyPr/>
        <a:lstStyle/>
        <a:p>
          <a:endParaRPr lang="en-US"/>
        </a:p>
      </dgm:t>
    </dgm:pt>
    <dgm:pt modelId="{A7F83A33-E042-4B8E-860B-FC671F0E00CE}" type="sibTrans" cxnId="{756FE85C-4F9D-4C06-B8C6-39E303B28AEE}">
      <dgm:prSet/>
      <dgm:spPr/>
      <dgm:t>
        <a:bodyPr/>
        <a:lstStyle/>
        <a:p>
          <a:endParaRPr lang="en-US"/>
        </a:p>
      </dgm:t>
    </dgm:pt>
    <dgm:pt modelId="{56BDAB6F-8511-4990-AC7A-51CD77C10A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Make gaming accessible and enjoyable for everyone.</a:t>
          </a:r>
        </a:p>
      </dgm:t>
    </dgm:pt>
    <dgm:pt modelId="{8BBB0B13-5948-4386-AB45-747095F5A4DC}" type="parTrans" cxnId="{4B5A1E03-E336-4B11-9886-CA35C5BDB3BB}">
      <dgm:prSet/>
      <dgm:spPr/>
      <dgm:t>
        <a:bodyPr/>
        <a:lstStyle/>
        <a:p>
          <a:endParaRPr lang="en-US"/>
        </a:p>
      </dgm:t>
    </dgm:pt>
    <dgm:pt modelId="{4D8CEB45-A49A-4C70-B2CD-536AB136C06E}" type="sibTrans" cxnId="{4B5A1E03-E336-4B11-9886-CA35C5BDB3BB}">
      <dgm:prSet/>
      <dgm:spPr/>
      <dgm:t>
        <a:bodyPr/>
        <a:lstStyle/>
        <a:p>
          <a:endParaRPr lang="en-US"/>
        </a:p>
      </dgm:t>
    </dgm:pt>
    <dgm:pt modelId="{72BF0670-6C9A-491E-8662-AC215AFF2F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Build communities where players connect and share adventures.</a:t>
          </a:r>
        </a:p>
      </dgm:t>
    </dgm:pt>
    <dgm:pt modelId="{666F9E99-C24D-4861-A8B7-DDADB9647233}" type="parTrans" cxnId="{F6A5D18B-E932-4AD2-BE8E-CE31D4AA79BB}">
      <dgm:prSet/>
      <dgm:spPr/>
      <dgm:t>
        <a:bodyPr/>
        <a:lstStyle/>
        <a:p>
          <a:endParaRPr lang="en-US"/>
        </a:p>
      </dgm:t>
    </dgm:pt>
    <dgm:pt modelId="{29CF4CAD-6C56-4B23-B0C1-8ED170856077}" type="sibTrans" cxnId="{F6A5D18B-E932-4AD2-BE8E-CE31D4AA79BB}">
      <dgm:prSet/>
      <dgm:spPr/>
      <dgm:t>
        <a:bodyPr/>
        <a:lstStyle/>
        <a:p>
          <a:endParaRPr lang="en-US"/>
        </a:p>
      </dgm:t>
    </dgm:pt>
    <dgm:pt modelId="{75A28CF5-69A2-4F69-B6AC-6DA6796FF674}" type="pres">
      <dgm:prSet presAssocID="{3EDBECD7-F6E7-4125-8431-23FCFC8FBBD5}" presName="root" presStyleCnt="0">
        <dgm:presLayoutVars>
          <dgm:dir/>
          <dgm:resizeHandles val="exact"/>
        </dgm:presLayoutVars>
      </dgm:prSet>
      <dgm:spPr/>
    </dgm:pt>
    <dgm:pt modelId="{1A639475-6E31-430D-944A-CB5370618117}" type="pres">
      <dgm:prSet presAssocID="{BDDA7CD6-B9EA-470A-8E0C-DAA69FFB8C8B}" presName="compNode" presStyleCnt="0"/>
      <dgm:spPr/>
    </dgm:pt>
    <dgm:pt modelId="{96B93F81-D985-43E7-B24D-22F2585D8022}" type="pres">
      <dgm:prSet presAssocID="{BDDA7CD6-B9EA-470A-8E0C-DAA69FFB8C8B}" presName="bgRect" presStyleLbl="bgShp" presStyleIdx="0" presStyleCnt="3"/>
      <dgm:spPr/>
    </dgm:pt>
    <dgm:pt modelId="{D8256AE9-DECD-45C7-BF02-5F16A5324DD1}" type="pres">
      <dgm:prSet presAssocID="{BDDA7CD6-B9EA-470A-8E0C-DAA69FFB8C8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03719DCB-0892-4C07-A396-B6C03B1F857A}" type="pres">
      <dgm:prSet presAssocID="{BDDA7CD6-B9EA-470A-8E0C-DAA69FFB8C8B}" presName="spaceRect" presStyleCnt="0"/>
      <dgm:spPr/>
    </dgm:pt>
    <dgm:pt modelId="{FB704846-C435-4F06-987E-D8CEB788E05F}" type="pres">
      <dgm:prSet presAssocID="{BDDA7CD6-B9EA-470A-8E0C-DAA69FFB8C8B}" presName="parTx" presStyleLbl="revTx" presStyleIdx="0" presStyleCnt="3">
        <dgm:presLayoutVars>
          <dgm:chMax val="0"/>
          <dgm:chPref val="0"/>
        </dgm:presLayoutVars>
      </dgm:prSet>
      <dgm:spPr/>
    </dgm:pt>
    <dgm:pt modelId="{46A8F4E7-CEAA-4F9D-B996-EA95246296C4}" type="pres">
      <dgm:prSet presAssocID="{A7F83A33-E042-4B8E-860B-FC671F0E00CE}" presName="sibTrans" presStyleCnt="0"/>
      <dgm:spPr/>
    </dgm:pt>
    <dgm:pt modelId="{5C620F1F-1BAE-4713-8C71-BA043F8A6F43}" type="pres">
      <dgm:prSet presAssocID="{56BDAB6F-8511-4990-AC7A-51CD77C10A6D}" presName="compNode" presStyleCnt="0"/>
      <dgm:spPr/>
    </dgm:pt>
    <dgm:pt modelId="{F1E47659-8E1D-4005-90AE-C4D5A7BB507C}" type="pres">
      <dgm:prSet presAssocID="{56BDAB6F-8511-4990-AC7A-51CD77C10A6D}" presName="bgRect" presStyleLbl="bgShp" presStyleIdx="1" presStyleCnt="3"/>
      <dgm:spPr/>
    </dgm:pt>
    <dgm:pt modelId="{BE7CB03D-098C-4E39-8266-2F459F544928}" type="pres">
      <dgm:prSet presAssocID="{56BDAB6F-8511-4990-AC7A-51CD77C10A6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0E8692BD-9B98-416D-AD7A-D0A1E7FC0F50}" type="pres">
      <dgm:prSet presAssocID="{56BDAB6F-8511-4990-AC7A-51CD77C10A6D}" presName="spaceRect" presStyleCnt="0"/>
      <dgm:spPr/>
    </dgm:pt>
    <dgm:pt modelId="{6771EA25-DFD8-4AE6-8428-0E4E0097341E}" type="pres">
      <dgm:prSet presAssocID="{56BDAB6F-8511-4990-AC7A-51CD77C10A6D}" presName="parTx" presStyleLbl="revTx" presStyleIdx="1" presStyleCnt="3">
        <dgm:presLayoutVars>
          <dgm:chMax val="0"/>
          <dgm:chPref val="0"/>
        </dgm:presLayoutVars>
      </dgm:prSet>
      <dgm:spPr/>
    </dgm:pt>
    <dgm:pt modelId="{026AF7C3-21AF-485A-ABA9-AB5F3CD89EF5}" type="pres">
      <dgm:prSet presAssocID="{4D8CEB45-A49A-4C70-B2CD-536AB136C06E}" presName="sibTrans" presStyleCnt="0"/>
      <dgm:spPr/>
    </dgm:pt>
    <dgm:pt modelId="{92112230-FE70-40CE-B33E-0E79AAA75344}" type="pres">
      <dgm:prSet presAssocID="{72BF0670-6C9A-491E-8662-AC215AFF2FC0}" presName="compNode" presStyleCnt="0"/>
      <dgm:spPr/>
    </dgm:pt>
    <dgm:pt modelId="{0DE7E329-D5E7-4065-BA70-9B4D5F24F72F}" type="pres">
      <dgm:prSet presAssocID="{72BF0670-6C9A-491E-8662-AC215AFF2FC0}" presName="bgRect" presStyleLbl="bgShp" presStyleIdx="2" presStyleCnt="3"/>
      <dgm:spPr/>
    </dgm:pt>
    <dgm:pt modelId="{10D358DD-ADEB-41A3-AE14-A9E4C46B6647}" type="pres">
      <dgm:prSet presAssocID="{72BF0670-6C9A-491E-8662-AC215AFF2FC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nt"/>
        </a:ext>
      </dgm:extLst>
    </dgm:pt>
    <dgm:pt modelId="{7A2170F4-A43D-41D4-9304-A2417EC06766}" type="pres">
      <dgm:prSet presAssocID="{72BF0670-6C9A-491E-8662-AC215AFF2FC0}" presName="spaceRect" presStyleCnt="0"/>
      <dgm:spPr/>
    </dgm:pt>
    <dgm:pt modelId="{01BB9AB5-617E-4BAA-8815-3546BA7B3900}" type="pres">
      <dgm:prSet presAssocID="{72BF0670-6C9A-491E-8662-AC215AFF2FC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B5A1E03-E336-4B11-9886-CA35C5BDB3BB}" srcId="{3EDBECD7-F6E7-4125-8431-23FCFC8FBBD5}" destId="{56BDAB6F-8511-4990-AC7A-51CD77C10A6D}" srcOrd="1" destOrd="0" parTransId="{8BBB0B13-5948-4386-AB45-747095F5A4DC}" sibTransId="{4D8CEB45-A49A-4C70-B2CD-536AB136C06E}"/>
    <dgm:cxn modelId="{69A7F326-BEAB-4BDB-891A-6C4F09D5EE7B}" type="presOf" srcId="{56BDAB6F-8511-4990-AC7A-51CD77C10A6D}" destId="{6771EA25-DFD8-4AE6-8428-0E4E0097341E}" srcOrd="0" destOrd="0" presId="urn:microsoft.com/office/officeart/2018/2/layout/IconVerticalSolidList"/>
    <dgm:cxn modelId="{756FE85C-4F9D-4C06-B8C6-39E303B28AEE}" srcId="{3EDBECD7-F6E7-4125-8431-23FCFC8FBBD5}" destId="{BDDA7CD6-B9EA-470A-8E0C-DAA69FFB8C8B}" srcOrd="0" destOrd="0" parTransId="{99621284-E9BF-43D2-A85D-7A12952B5753}" sibTransId="{A7F83A33-E042-4B8E-860B-FC671F0E00CE}"/>
    <dgm:cxn modelId="{26123367-34A3-4671-A4E4-D55D110A3F8E}" type="presOf" srcId="{72BF0670-6C9A-491E-8662-AC215AFF2FC0}" destId="{01BB9AB5-617E-4BAA-8815-3546BA7B3900}" srcOrd="0" destOrd="0" presId="urn:microsoft.com/office/officeart/2018/2/layout/IconVerticalSolidList"/>
    <dgm:cxn modelId="{F6A5D18B-E932-4AD2-BE8E-CE31D4AA79BB}" srcId="{3EDBECD7-F6E7-4125-8431-23FCFC8FBBD5}" destId="{72BF0670-6C9A-491E-8662-AC215AFF2FC0}" srcOrd="2" destOrd="0" parTransId="{666F9E99-C24D-4861-A8B7-DDADB9647233}" sibTransId="{29CF4CAD-6C56-4B23-B0C1-8ED170856077}"/>
    <dgm:cxn modelId="{C7BF7F94-ADA4-4528-BD4D-FCE64405CB06}" type="presOf" srcId="{3EDBECD7-F6E7-4125-8431-23FCFC8FBBD5}" destId="{75A28CF5-69A2-4F69-B6AC-6DA6796FF674}" srcOrd="0" destOrd="0" presId="urn:microsoft.com/office/officeart/2018/2/layout/IconVerticalSolidList"/>
    <dgm:cxn modelId="{30B5A9F3-D88E-4E3E-A096-56745FE79B9C}" type="presOf" srcId="{BDDA7CD6-B9EA-470A-8E0C-DAA69FFB8C8B}" destId="{FB704846-C435-4F06-987E-D8CEB788E05F}" srcOrd="0" destOrd="0" presId="urn:microsoft.com/office/officeart/2018/2/layout/IconVerticalSolidList"/>
    <dgm:cxn modelId="{4ADA96D2-07C2-420E-BE91-FC380AB4F5B1}" type="presParOf" srcId="{75A28CF5-69A2-4F69-B6AC-6DA6796FF674}" destId="{1A639475-6E31-430D-944A-CB5370618117}" srcOrd="0" destOrd="0" presId="urn:microsoft.com/office/officeart/2018/2/layout/IconVerticalSolidList"/>
    <dgm:cxn modelId="{6E39E251-0780-4700-A76E-BD140345F2B9}" type="presParOf" srcId="{1A639475-6E31-430D-944A-CB5370618117}" destId="{96B93F81-D985-43E7-B24D-22F2585D8022}" srcOrd="0" destOrd="0" presId="urn:microsoft.com/office/officeart/2018/2/layout/IconVerticalSolidList"/>
    <dgm:cxn modelId="{8045D9A0-8C69-4955-8116-29FAF401E813}" type="presParOf" srcId="{1A639475-6E31-430D-944A-CB5370618117}" destId="{D8256AE9-DECD-45C7-BF02-5F16A5324DD1}" srcOrd="1" destOrd="0" presId="urn:microsoft.com/office/officeart/2018/2/layout/IconVerticalSolidList"/>
    <dgm:cxn modelId="{9A91BB00-2C84-4C7A-9B85-BA9D17AC15CF}" type="presParOf" srcId="{1A639475-6E31-430D-944A-CB5370618117}" destId="{03719DCB-0892-4C07-A396-B6C03B1F857A}" srcOrd="2" destOrd="0" presId="urn:microsoft.com/office/officeart/2018/2/layout/IconVerticalSolidList"/>
    <dgm:cxn modelId="{DD173399-C4B6-4F4E-B3F5-DFF09085F6E0}" type="presParOf" srcId="{1A639475-6E31-430D-944A-CB5370618117}" destId="{FB704846-C435-4F06-987E-D8CEB788E05F}" srcOrd="3" destOrd="0" presId="urn:microsoft.com/office/officeart/2018/2/layout/IconVerticalSolidList"/>
    <dgm:cxn modelId="{2E586DCF-AA96-47FF-BEED-4850F8EE67E4}" type="presParOf" srcId="{75A28CF5-69A2-4F69-B6AC-6DA6796FF674}" destId="{46A8F4E7-CEAA-4F9D-B996-EA95246296C4}" srcOrd="1" destOrd="0" presId="urn:microsoft.com/office/officeart/2018/2/layout/IconVerticalSolidList"/>
    <dgm:cxn modelId="{02E122C2-392F-4241-BE25-D04826C67054}" type="presParOf" srcId="{75A28CF5-69A2-4F69-B6AC-6DA6796FF674}" destId="{5C620F1F-1BAE-4713-8C71-BA043F8A6F43}" srcOrd="2" destOrd="0" presId="urn:microsoft.com/office/officeart/2018/2/layout/IconVerticalSolidList"/>
    <dgm:cxn modelId="{1AB52F1F-13E1-4610-AC64-567A5011B9A4}" type="presParOf" srcId="{5C620F1F-1BAE-4713-8C71-BA043F8A6F43}" destId="{F1E47659-8E1D-4005-90AE-C4D5A7BB507C}" srcOrd="0" destOrd="0" presId="urn:microsoft.com/office/officeart/2018/2/layout/IconVerticalSolidList"/>
    <dgm:cxn modelId="{4191C564-5F87-4BEE-BCB2-5CA394A71A99}" type="presParOf" srcId="{5C620F1F-1BAE-4713-8C71-BA043F8A6F43}" destId="{BE7CB03D-098C-4E39-8266-2F459F544928}" srcOrd="1" destOrd="0" presId="urn:microsoft.com/office/officeart/2018/2/layout/IconVerticalSolidList"/>
    <dgm:cxn modelId="{8FD349DA-E51A-4086-B0C4-D049DE472CAC}" type="presParOf" srcId="{5C620F1F-1BAE-4713-8C71-BA043F8A6F43}" destId="{0E8692BD-9B98-416D-AD7A-D0A1E7FC0F50}" srcOrd="2" destOrd="0" presId="urn:microsoft.com/office/officeart/2018/2/layout/IconVerticalSolidList"/>
    <dgm:cxn modelId="{1E20F96D-C204-4FDD-B174-70848D4CA6B5}" type="presParOf" srcId="{5C620F1F-1BAE-4713-8C71-BA043F8A6F43}" destId="{6771EA25-DFD8-4AE6-8428-0E4E0097341E}" srcOrd="3" destOrd="0" presId="urn:microsoft.com/office/officeart/2018/2/layout/IconVerticalSolidList"/>
    <dgm:cxn modelId="{45C26AC6-30FA-4B06-8395-B52A113F5520}" type="presParOf" srcId="{75A28CF5-69A2-4F69-B6AC-6DA6796FF674}" destId="{026AF7C3-21AF-485A-ABA9-AB5F3CD89EF5}" srcOrd="3" destOrd="0" presId="urn:microsoft.com/office/officeart/2018/2/layout/IconVerticalSolidList"/>
    <dgm:cxn modelId="{B458AF02-AF0F-4594-B0F9-9B4439EBB634}" type="presParOf" srcId="{75A28CF5-69A2-4F69-B6AC-6DA6796FF674}" destId="{92112230-FE70-40CE-B33E-0E79AAA75344}" srcOrd="4" destOrd="0" presId="urn:microsoft.com/office/officeart/2018/2/layout/IconVerticalSolidList"/>
    <dgm:cxn modelId="{FAC91020-7FCC-4D47-9EA3-4C0C4D47F6AE}" type="presParOf" srcId="{92112230-FE70-40CE-B33E-0E79AAA75344}" destId="{0DE7E329-D5E7-4065-BA70-9B4D5F24F72F}" srcOrd="0" destOrd="0" presId="urn:microsoft.com/office/officeart/2018/2/layout/IconVerticalSolidList"/>
    <dgm:cxn modelId="{8CB59692-9763-4BA7-8C50-B30347AA3720}" type="presParOf" srcId="{92112230-FE70-40CE-B33E-0E79AAA75344}" destId="{10D358DD-ADEB-41A3-AE14-A9E4C46B6647}" srcOrd="1" destOrd="0" presId="urn:microsoft.com/office/officeart/2018/2/layout/IconVerticalSolidList"/>
    <dgm:cxn modelId="{9D09E3B4-620C-45AC-BAF4-87D3940ED930}" type="presParOf" srcId="{92112230-FE70-40CE-B33E-0E79AAA75344}" destId="{7A2170F4-A43D-41D4-9304-A2417EC06766}" srcOrd="2" destOrd="0" presId="urn:microsoft.com/office/officeart/2018/2/layout/IconVerticalSolidList"/>
    <dgm:cxn modelId="{4D9A0142-A306-4F1E-9A15-8F5942E06F75}" type="presParOf" srcId="{92112230-FE70-40CE-B33E-0E79AAA75344}" destId="{01BB9AB5-617E-4BAA-8815-3546BA7B390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CCB7137-1D63-4B24-A128-17DBB00B6AF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390AB37-0083-4B3E-8833-58F2B2763813}">
      <dgm:prSet/>
      <dgm:spPr/>
      <dgm:t>
        <a:bodyPr/>
        <a:lstStyle/>
        <a:p>
          <a:r>
            <a:rPr lang="en-US"/>
            <a:t>• Mobile Games – quick, fun, and creative.</a:t>
          </a:r>
        </a:p>
      </dgm:t>
    </dgm:pt>
    <dgm:pt modelId="{2D58818C-B19B-4774-871B-5CB86D88343C}" type="parTrans" cxnId="{27E6DB57-A94F-40F0-B10B-9D9F95E295CC}">
      <dgm:prSet/>
      <dgm:spPr/>
      <dgm:t>
        <a:bodyPr/>
        <a:lstStyle/>
        <a:p>
          <a:endParaRPr lang="en-US"/>
        </a:p>
      </dgm:t>
    </dgm:pt>
    <dgm:pt modelId="{D358E67B-91F6-4C51-9918-5293EF0638FA}" type="sibTrans" cxnId="{27E6DB57-A94F-40F0-B10B-9D9F95E295CC}">
      <dgm:prSet/>
      <dgm:spPr/>
      <dgm:t>
        <a:bodyPr/>
        <a:lstStyle/>
        <a:p>
          <a:endParaRPr lang="en-US"/>
        </a:p>
      </dgm:t>
    </dgm:pt>
    <dgm:pt modelId="{1FD2E4D7-F102-44C5-A7F6-BF3BB9138D1F}">
      <dgm:prSet/>
      <dgm:spPr/>
      <dgm:t>
        <a:bodyPr/>
        <a:lstStyle/>
        <a:p>
          <a:r>
            <a:rPr lang="en-US"/>
            <a:t>• PC/Console Projects – immersive experiences.</a:t>
          </a:r>
        </a:p>
      </dgm:t>
    </dgm:pt>
    <dgm:pt modelId="{8C15FB65-4FE1-470D-9B7F-2A188A1A7C4C}" type="parTrans" cxnId="{2B4D5026-903C-4E33-98C4-7BC0D5D46B6F}">
      <dgm:prSet/>
      <dgm:spPr/>
      <dgm:t>
        <a:bodyPr/>
        <a:lstStyle/>
        <a:p>
          <a:endParaRPr lang="en-US"/>
        </a:p>
      </dgm:t>
    </dgm:pt>
    <dgm:pt modelId="{8159D69A-4EB0-46D4-A6A1-E77169B35F7E}" type="sibTrans" cxnId="{2B4D5026-903C-4E33-98C4-7BC0D5D46B6F}">
      <dgm:prSet/>
      <dgm:spPr/>
      <dgm:t>
        <a:bodyPr/>
        <a:lstStyle/>
        <a:p>
          <a:endParaRPr lang="en-US"/>
        </a:p>
      </dgm:t>
    </dgm:pt>
    <dgm:pt modelId="{B8C4ED6A-1605-4F57-8125-23D8465BD3E1}">
      <dgm:prSet/>
      <dgm:spPr/>
      <dgm:t>
        <a:bodyPr/>
        <a:lstStyle/>
        <a:p>
          <a:r>
            <a:rPr lang="en-US"/>
            <a:t>• Future VR/AR Worlds – step inside the story.</a:t>
          </a:r>
        </a:p>
      </dgm:t>
    </dgm:pt>
    <dgm:pt modelId="{B77AC10C-23C8-42A6-AE79-80F3DFEBE724}" type="parTrans" cxnId="{8F3A63BD-E739-4FAF-86AE-2502CA07AAC2}">
      <dgm:prSet/>
      <dgm:spPr/>
      <dgm:t>
        <a:bodyPr/>
        <a:lstStyle/>
        <a:p>
          <a:endParaRPr lang="en-US"/>
        </a:p>
      </dgm:t>
    </dgm:pt>
    <dgm:pt modelId="{686ED934-3908-407C-B08F-27D82EBBCC4A}" type="sibTrans" cxnId="{8F3A63BD-E739-4FAF-86AE-2502CA07AAC2}">
      <dgm:prSet/>
      <dgm:spPr/>
      <dgm:t>
        <a:bodyPr/>
        <a:lstStyle/>
        <a:p>
          <a:endParaRPr lang="en-US"/>
        </a:p>
      </dgm:t>
    </dgm:pt>
    <dgm:pt modelId="{FD035D6D-2D0C-4137-87B7-3EDADA2B7F85}" type="pres">
      <dgm:prSet presAssocID="{2CCB7137-1D63-4B24-A128-17DBB00B6AFC}" presName="vert0" presStyleCnt="0">
        <dgm:presLayoutVars>
          <dgm:dir/>
          <dgm:animOne val="branch"/>
          <dgm:animLvl val="lvl"/>
        </dgm:presLayoutVars>
      </dgm:prSet>
      <dgm:spPr/>
    </dgm:pt>
    <dgm:pt modelId="{56C3F00A-B12F-472C-831A-F62A16313430}" type="pres">
      <dgm:prSet presAssocID="{A390AB37-0083-4B3E-8833-58F2B2763813}" presName="thickLine" presStyleLbl="alignNode1" presStyleIdx="0" presStyleCnt="3"/>
      <dgm:spPr/>
    </dgm:pt>
    <dgm:pt modelId="{5138D42F-2EEC-4ADE-B0F3-AFAE98AE4FDC}" type="pres">
      <dgm:prSet presAssocID="{A390AB37-0083-4B3E-8833-58F2B2763813}" presName="horz1" presStyleCnt="0"/>
      <dgm:spPr/>
    </dgm:pt>
    <dgm:pt modelId="{C949D29D-842A-47FD-B3A4-5B59B4E6C675}" type="pres">
      <dgm:prSet presAssocID="{A390AB37-0083-4B3E-8833-58F2B2763813}" presName="tx1" presStyleLbl="revTx" presStyleIdx="0" presStyleCnt="3"/>
      <dgm:spPr/>
    </dgm:pt>
    <dgm:pt modelId="{2B05B0DB-C590-4E0A-AA59-B08A665780CB}" type="pres">
      <dgm:prSet presAssocID="{A390AB37-0083-4B3E-8833-58F2B2763813}" presName="vert1" presStyleCnt="0"/>
      <dgm:spPr/>
    </dgm:pt>
    <dgm:pt modelId="{E0B40E9F-8FF0-4E16-8E3F-7CAA46A33012}" type="pres">
      <dgm:prSet presAssocID="{1FD2E4D7-F102-44C5-A7F6-BF3BB9138D1F}" presName="thickLine" presStyleLbl="alignNode1" presStyleIdx="1" presStyleCnt="3"/>
      <dgm:spPr/>
    </dgm:pt>
    <dgm:pt modelId="{43284ABA-F1B7-4323-B501-C4021B7EA11D}" type="pres">
      <dgm:prSet presAssocID="{1FD2E4D7-F102-44C5-A7F6-BF3BB9138D1F}" presName="horz1" presStyleCnt="0"/>
      <dgm:spPr/>
    </dgm:pt>
    <dgm:pt modelId="{0F0D4A0B-A134-4B12-9215-8CBFAB5B5F94}" type="pres">
      <dgm:prSet presAssocID="{1FD2E4D7-F102-44C5-A7F6-BF3BB9138D1F}" presName="tx1" presStyleLbl="revTx" presStyleIdx="1" presStyleCnt="3"/>
      <dgm:spPr/>
    </dgm:pt>
    <dgm:pt modelId="{05D97FCB-BD46-412F-BA61-B46A3F8567C1}" type="pres">
      <dgm:prSet presAssocID="{1FD2E4D7-F102-44C5-A7F6-BF3BB9138D1F}" presName="vert1" presStyleCnt="0"/>
      <dgm:spPr/>
    </dgm:pt>
    <dgm:pt modelId="{614D0E92-EB68-4CE5-9E13-E9F32D0F0955}" type="pres">
      <dgm:prSet presAssocID="{B8C4ED6A-1605-4F57-8125-23D8465BD3E1}" presName="thickLine" presStyleLbl="alignNode1" presStyleIdx="2" presStyleCnt="3"/>
      <dgm:spPr/>
    </dgm:pt>
    <dgm:pt modelId="{6B8D6818-D4EE-4751-BA39-70B563131243}" type="pres">
      <dgm:prSet presAssocID="{B8C4ED6A-1605-4F57-8125-23D8465BD3E1}" presName="horz1" presStyleCnt="0"/>
      <dgm:spPr/>
    </dgm:pt>
    <dgm:pt modelId="{AE36C472-6980-4DA5-8F34-D85AA11EFF8D}" type="pres">
      <dgm:prSet presAssocID="{B8C4ED6A-1605-4F57-8125-23D8465BD3E1}" presName="tx1" presStyleLbl="revTx" presStyleIdx="2" presStyleCnt="3"/>
      <dgm:spPr/>
    </dgm:pt>
    <dgm:pt modelId="{8D54D0EE-B2E4-4FFC-82FB-05BF32BC43C0}" type="pres">
      <dgm:prSet presAssocID="{B8C4ED6A-1605-4F57-8125-23D8465BD3E1}" presName="vert1" presStyleCnt="0"/>
      <dgm:spPr/>
    </dgm:pt>
  </dgm:ptLst>
  <dgm:cxnLst>
    <dgm:cxn modelId="{41FEAB16-3A9E-446A-9F70-C25D5CCA6FD5}" type="presOf" srcId="{1FD2E4D7-F102-44C5-A7F6-BF3BB9138D1F}" destId="{0F0D4A0B-A134-4B12-9215-8CBFAB5B5F94}" srcOrd="0" destOrd="0" presId="urn:microsoft.com/office/officeart/2008/layout/LinedList"/>
    <dgm:cxn modelId="{2B4D5026-903C-4E33-98C4-7BC0D5D46B6F}" srcId="{2CCB7137-1D63-4B24-A128-17DBB00B6AFC}" destId="{1FD2E4D7-F102-44C5-A7F6-BF3BB9138D1F}" srcOrd="1" destOrd="0" parTransId="{8C15FB65-4FE1-470D-9B7F-2A188A1A7C4C}" sibTransId="{8159D69A-4EB0-46D4-A6A1-E77169B35F7E}"/>
    <dgm:cxn modelId="{E751BB3B-763E-4BFF-85CD-4AA95653F6E7}" type="presOf" srcId="{2CCB7137-1D63-4B24-A128-17DBB00B6AFC}" destId="{FD035D6D-2D0C-4137-87B7-3EDADA2B7F85}" srcOrd="0" destOrd="0" presId="urn:microsoft.com/office/officeart/2008/layout/LinedList"/>
    <dgm:cxn modelId="{27E6DB57-A94F-40F0-B10B-9D9F95E295CC}" srcId="{2CCB7137-1D63-4B24-A128-17DBB00B6AFC}" destId="{A390AB37-0083-4B3E-8833-58F2B2763813}" srcOrd="0" destOrd="0" parTransId="{2D58818C-B19B-4774-871B-5CB86D88343C}" sibTransId="{D358E67B-91F6-4C51-9918-5293EF0638FA}"/>
    <dgm:cxn modelId="{8F3A63BD-E739-4FAF-86AE-2502CA07AAC2}" srcId="{2CCB7137-1D63-4B24-A128-17DBB00B6AFC}" destId="{B8C4ED6A-1605-4F57-8125-23D8465BD3E1}" srcOrd="2" destOrd="0" parTransId="{B77AC10C-23C8-42A6-AE79-80F3DFEBE724}" sibTransId="{686ED934-3908-407C-B08F-27D82EBBCC4A}"/>
    <dgm:cxn modelId="{CA4AA7D7-44DE-4F41-903E-749FC80EEA31}" type="presOf" srcId="{A390AB37-0083-4B3E-8833-58F2B2763813}" destId="{C949D29D-842A-47FD-B3A4-5B59B4E6C675}" srcOrd="0" destOrd="0" presId="urn:microsoft.com/office/officeart/2008/layout/LinedList"/>
    <dgm:cxn modelId="{018D98D8-E523-442C-AF56-257CBE655849}" type="presOf" srcId="{B8C4ED6A-1605-4F57-8125-23D8465BD3E1}" destId="{AE36C472-6980-4DA5-8F34-D85AA11EFF8D}" srcOrd="0" destOrd="0" presId="urn:microsoft.com/office/officeart/2008/layout/LinedList"/>
    <dgm:cxn modelId="{22BB99E0-D01A-4D15-81C1-B65BF4F57028}" type="presParOf" srcId="{FD035D6D-2D0C-4137-87B7-3EDADA2B7F85}" destId="{56C3F00A-B12F-472C-831A-F62A16313430}" srcOrd="0" destOrd="0" presId="urn:microsoft.com/office/officeart/2008/layout/LinedList"/>
    <dgm:cxn modelId="{EBBE59A4-F120-4351-BFD8-63AE4CCEE615}" type="presParOf" srcId="{FD035D6D-2D0C-4137-87B7-3EDADA2B7F85}" destId="{5138D42F-2EEC-4ADE-B0F3-AFAE98AE4FDC}" srcOrd="1" destOrd="0" presId="urn:microsoft.com/office/officeart/2008/layout/LinedList"/>
    <dgm:cxn modelId="{24CB503D-F2B4-4625-8AA7-E47C52966A8F}" type="presParOf" srcId="{5138D42F-2EEC-4ADE-B0F3-AFAE98AE4FDC}" destId="{C949D29D-842A-47FD-B3A4-5B59B4E6C675}" srcOrd="0" destOrd="0" presId="urn:microsoft.com/office/officeart/2008/layout/LinedList"/>
    <dgm:cxn modelId="{CE3CE9AC-DCBB-4E79-B3B0-F7FBDF5DF436}" type="presParOf" srcId="{5138D42F-2EEC-4ADE-B0F3-AFAE98AE4FDC}" destId="{2B05B0DB-C590-4E0A-AA59-B08A665780CB}" srcOrd="1" destOrd="0" presId="urn:microsoft.com/office/officeart/2008/layout/LinedList"/>
    <dgm:cxn modelId="{A66164E1-58BB-4D98-9542-0985A6A4FD43}" type="presParOf" srcId="{FD035D6D-2D0C-4137-87B7-3EDADA2B7F85}" destId="{E0B40E9F-8FF0-4E16-8E3F-7CAA46A33012}" srcOrd="2" destOrd="0" presId="urn:microsoft.com/office/officeart/2008/layout/LinedList"/>
    <dgm:cxn modelId="{D1B38A61-CA95-4A6F-9A82-635421257FCE}" type="presParOf" srcId="{FD035D6D-2D0C-4137-87B7-3EDADA2B7F85}" destId="{43284ABA-F1B7-4323-B501-C4021B7EA11D}" srcOrd="3" destOrd="0" presId="urn:microsoft.com/office/officeart/2008/layout/LinedList"/>
    <dgm:cxn modelId="{1EBB31C5-3304-485F-8F2F-195E9764F9D6}" type="presParOf" srcId="{43284ABA-F1B7-4323-B501-C4021B7EA11D}" destId="{0F0D4A0B-A134-4B12-9215-8CBFAB5B5F94}" srcOrd="0" destOrd="0" presId="urn:microsoft.com/office/officeart/2008/layout/LinedList"/>
    <dgm:cxn modelId="{538958C5-57FE-49AE-830C-C70DAEC078F9}" type="presParOf" srcId="{43284ABA-F1B7-4323-B501-C4021B7EA11D}" destId="{05D97FCB-BD46-412F-BA61-B46A3F8567C1}" srcOrd="1" destOrd="0" presId="urn:microsoft.com/office/officeart/2008/layout/LinedList"/>
    <dgm:cxn modelId="{E69B3AE9-F1B8-4868-8413-775B502755D2}" type="presParOf" srcId="{FD035D6D-2D0C-4137-87B7-3EDADA2B7F85}" destId="{614D0E92-EB68-4CE5-9E13-E9F32D0F0955}" srcOrd="4" destOrd="0" presId="urn:microsoft.com/office/officeart/2008/layout/LinedList"/>
    <dgm:cxn modelId="{C92F2C0A-8CC1-4162-BEBB-04C071E83AEC}" type="presParOf" srcId="{FD035D6D-2D0C-4137-87B7-3EDADA2B7F85}" destId="{6B8D6818-D4EE-4751-BA39-70B563131243}" srcOrd="5" destOrd="0" presId="urn:microsoft.com/office/officeart/2008/layout/LinedList"/>
    <dgm:cxn modelId="{371E16EF-F4BB-422F-BE0C-7D4674069996}" type="presParOf" srcId="{6B8D6818-D4EE-4751-BA39-70B563131243}" destId="{AE36C472-6980-4DA5-8F34-D85AA11EFF8D}" srcOrd="0" destOrd="0" presId="urn:microsoft.com/office/officeart/2008/layout/LinedList"/>
    <dgm:cxn modelId="{512E1BCE-E9F6-43CA-8BC8-5AFF9FD263E9}" type="presParOf" srcId="{6B8D6818-D4EE-4751-BA39-70B563131243}" destId="{8D54D0EE-B2E4-4FFC-82FB-05BF32BC43C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4D6A1FD-22B6-4F42-8DB4-9F32FBC8A14C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92CA9A-8219-4AFF-A880-7D32B76BFA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Developers – coding magic.</a:t>
          </a:r>
        </a:p>
      </dgm:t>
    </dgm:pt>
    <dgm:pt modelId="{4D7A20BA-72D2-4120-BCD1-E63129D08CEE}" type="parTrans" cxnId="{8C0A989E-D56D-4EA9-81A6-BB4E1CAC8DF0}">
      <dgm:prSet/>
      <dgm:spPr/>
      <dgm:t>
        <a:bodyPr/>
        <a:lstStyle/>
        <a:p>
          <a:endParaRPr lang="en-US"/>
        </a:p>
      </dgm:t>
    </dgm:pt>
    <dgm:pt modelId="{F5543013-1C3E-4A47-BC3A-004668F137D5}" type="sibTrans" cxnId="{8C0A989E-D56D-4EA9-81A6-BB4E1CAC8DF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001E91E-6AEE-489E-9B33-13BF056C7A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Artists – crafting characters and worlds.</a:t>
          </a:r>
        </a:p>
      </dgm:t>
    </dgm:pt>
    <dgm:pt modelId="{7BB694EB-5183-4A3D-8815-E1D91C19F305}" type="parTrans" cxnId="{59D577E1-3687-4738-8DE4-2AA3D7E71CC1}">
      <dgm:prSet/>
      <dgm:spPr/>
      <dgm:t>
        <a:bodyPr/>
        <a:lstStyle/>
        <a:p>
          <a:endParaRPr lang="en-US"/>
        </a:p>
      </dgm:t>
    </dgm:pt>
    <dgm:pt modelId="{74084AAB-34C2-479A-9FBE-C638A1279D9F}" type="sibTrans" cxnId="{59D577E1-3687-4738-8DE4-2AA3D7E71CC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552FD13-41A7-46E5-973F-556BAF964F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Designers – shaping fun and challenge.</a:t>
          </a:r>
        </a:p>
      </dgm:t>
    </dgm:pt>
    <dgm:pt modelId="{6906AFD2-EACF-422E-9C35-7B4647145521}" type="parTrans" cxnId="{5F8E9D60-C5F5-4076-9683-C0D2AF46A02D}">
      <dgm:prSet/>
      <dgm:spPr/>
      <dgm:t>
        <a:bodyPr/>
        <a:lstStyle/>
        <a:p>
          <a:endParaRPr lang="en-US"/>
        </a:p>
      </dgm:t>
    </dgm:pt>
    <dgm:pt modelId="{2E6B9014-2855-4BE1-B2C1-EADC909D027B}" type="sibTrans" cxnId="{5F8E9D60-C5F5-4076-9683-C0D2AF46A02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230CA02-65D9-4A0B-8C41-2C49A1A66A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Storytellers – giving life to adventures.</a:t>
          </a:r>
        </a:p>
      </dgm:t>
    </dgm:pt>
    <dgm:pt modelId="{E74CF8ED-4196-4B1C-9BE2-B40F76A293C7}" type="parTrans" cxnId="{CFB36767-9C32-4546-846B-13B05EDF5285}">
      <dgm:prSet/>
      <dgm:spPr/>
      <dgm:t>
        <a:bodyPr/>
        <a:lstStyle/>
        <a:p>
          <a:endParaRPr lang="en-US"/>
        </a:p>
      </dgm:t>
    </dgm:pt>
    <dgm:pt modelId="{C3C8821D-1F07-4352-B8A5-BE0D373D2E5A}" type="sibTrans" cxnId="{CFB36767-9C32-4546-846B-13B05EDF5285}">
      <dgm:prSet/>
      <dgm:spPr/>
      <dgm:t>
        <a:bodyPr/>
        <a:lstStyle/>
        <a:p>
          <a:endParaRPr lang="en-US"/>
        </a:p>
      </dgm:t>
    </dgm:pt>
    <dgm:pt modelId="{A1D84C91-8930-4B9C-BE86-7492C71D059C}" type="pres">
      <dgm:prSet presAssocID="{24D6A1FD-22B6-4F42-8DB4-9F32FBC8A14C}" presName="root" presStyleCnt="0">
        <dgm:presLayoutVars>
          <dgm:dir/>
          <dgm:resizeHandles val="exact"/>
        </dgm:presLayoutVars>
      </dgm:prSet>
      <dgm:spPr/>
    </dgm:pt>
    <dgm:pt modelId="{A404C051-5E69-430E-B429-D9EF7A89552B}" type="pres">
      <dgm:prSet presAssocID="{24D6A1FD-22B6-4F42-8DB4-9F32FBC8A14C}" presName="container" presStyleCnt="0">
        <dgm:presLayoutVars>
          <dgm:dir/>
          <dgm:resizeHandles val="exact"/>
        </dgm:presLayoutVars>
      </dgm:prSet>
      <dgm:spPr/>
    </dgm:pt>
    <dgm:pt modelId="{BF829425-7D26-4688-A30D-56479804B01B}" type="pres">
      <dgm:prSet presAssocID="{CD92CA9A-8219-4AFF-A880-7D32B76BFADB}" presName="compNode" presStyleCnt="0"/>
      <dgm:spPr/>
    </dgm:pt>
    <dgm:pt modelId="{02837245-A656-4DA1-85E2-B97A0E233839}" type="pres">
      <dgm:prSet presAssocID="{CD92CA9A-8219-4AFF-A880-7D32B76BFADB}" presName="iconBgRect" presStyleLbl="bgShp" presStyleIdx="0" presStyleCnt="4"/>
      <dgm:spPr/>
    </dgm:pt>
    <dgm:pt modelId="{F0358957-D3D7-4EE9-B055-42943E0F0ACA}" type="pres">
      <dgm:prSet presAssocID="{CD92CA9A-8219-4AFF-A880-7D32B76BFAD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E23C587-D037-479B-9B40-51A3228C696B}" type="pres">
      <dgm:prSet presAssocID="{CD92CA9A-8219-4AFF-A880-7D32B76BFADB}" presName="spaceRect" presStyleCnt="0"/>
      <dgm:spPr/>
    </dgm:pt>
    <dgm:pt modelId="{DE9E6300-FCA8-43E1-B1FC-481D82A8E1A1}" type="pres">
      <dgm:prSet presAssocID="{CD92CA9A-8219-4AFF-A880-7D32B76BFADB}" presName="textRect" presStyleLbl="revTx" presStyleIdx="0" presStyleCnt="4">
        <dgm:presLayoutVars>
          <dgm:chMax val="1"/>
          <dgm:chPref val="1"/>
        </dgm:presLayoutVars>
      </dgm:prSet>
      <dgm:spPr/>
    </dgm:pt>
    <dgm:pt modelId="{E2BC465F-6DAF-4D72-A3B2-0E5092F6E8A2}" type="pres">
      <dgm:prSet presAssocID="{F5543013-1C3E-4A47-BC3A-004668F137D5}" presName="sibTrans" presStyleLbl="sibTrans2D1" presStyleIdx="0" presStyleCnt="0"/>
      <dgm:spPr/>
    </dgm:pt>
    <dgm:pt modelId="{9F1009D2-E055-4EF6-A2F2-31C19FD0DB5C}" type="pres">
      <dgm:prSet presAssocID="{D001E91E-6AEE-489E-9B33-13BF056C7A2C}" presName="compNode" presStyleCnt="0"/>
      <dgm:spPr/>
    </dgm:pt>
    <dgm:pt modelId="{DE8E8891-89B3-4FB8-87A2-367282F79602}" type="pres">
      <dgm:prSet presAssocID="{D001E91E-6AEE-489E-9B33-13BF056C7A2C}" presName="iconBgRect" presStyleLbl="bgShp" presStyleIdx="1" presStyleCnt="4"/>
      <dgm:spPr/>
    </dgm:pt>
    <dgm:pt modelId="{41C9311B-B25D-4E6E-9255-8654B65F91BB}" type="pres">
      <dgm:prSet presAssocID="{D001E91E-6AEE-489E-9B33-13BF056C7A2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tist"/>
        </a:ext>
      </dgm:extLst>
    </dgm:pt>
    <dgm:pt modelId="{68CCAE49-F708-4436-B378-93317758F24A}" type="pres">
      <dgm:prSet presAssocID="{D001E91E-6AEE-489E-9B33-13BF056C7A2C}" presName="spaceRect" presStyleCnt="0"/>
      <dgm:spPr/>
    </dgm:pt>
    <dgm:pt modelId="{B35DC6C6-6C6F-4F4D-98DF-D5C84CE51781}" type="pres">
      <dgm:prSet presAssocID="{D001E91E-6AEE-489E-9B33-13BF056C7A2C}" presName="textRect" presStyleLbl="revTx" presStyleIdx="1" presStyleCnt="4">
        <dgm:presLayoutVars>
          <dgm:chMax val="1"/>
          <dgm:chPref val="1"/>
        </dgm:presLayoutVars>
      </dgm:prSet>
      <dgm:spPr/>
    </dgm:pt>
    <dgm:pt modelId="{2EA89F7C-C54C-41FC-980E-314CE7161420}" type="pres">
      <dgm:prSet presAssocID="{74084AAB-34C2-479A-9FBE-C638A1279D9F}" presName="sibTrans" presStyleLbl="sibTrans2D1" presStyleIdx="0" presStyleCnt="0"/>
      <dgm:spPr/>
    </dgm:pt>
    <dgm:pt modelId="{BE716DF7-7D47-4EEC-B23F-E8253CB71079}" type="pres">
      <dgm:prSet presAssocID="{8552FD13-41A7-46E5-973F-556BAF964F9F}" presName="compNode" presStyleCnt="0"/>
      <dgm:spPr/>
    </dgm:pt>
    <dgm:pt modelId="{2A861354-7309-411B-8979-9A44AAEB7D5A}" type="pres">
      <dgm:prSet presAssocID="{8552FD13-41A7-46E5-973F-556BAF964F9F}" presName="iconBgRect" presStyleLbl="bgShp" presStyleIdx="2" presStyleCnt="4"/>
      <dgm:spPr/>
    </dgm:pt>
    <dgm:pt modelId="{55B11F6F-CB4E-422E-890C-F05F0D0F6391}" type="pres">
      <dgm:prSet presAssocID="{8552FD13-41A7-46E5-973F-556BAF964F9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26E67215-B195-484A-956F-377D3304651B}" type="pres">
      <dgm:prSet presAssocID="{8552FD13-41A7-46E5-973F-556BAF964F9F}" presName="spaceRect" presStyleCnt="0"/>
      <dgm:spPr/>
    </dgm:pt>
    <dgm:pt modelId="{3CA92374-54FF-4954-B4BC-459541EE900A}" type="pres">
      <dgm:prSet presAssocID="{8552FD13-41A7-46E5-973F-556BAF964F9F}" presName="textRect" presStyleLbl="revTx" presStyleIdx="2" presStyleCnt="4">
        <dgm:presLayoutVars>
          <dgm:chMax val="1"/>
          <dgm:chPref val="1"/>
        </dgm:presLayoutVars>
      </dgm:prSet>
      <dgm:spPr/>
    </dgm:pt>
    <dgm:pt modelId="{A3049FBF-C16B-4976-91A4-F4C5F6068A6D}" type="pres">
      <dgm:prSet presAssocID="{2E6B9014-2855-4BE1-B2C1-EADC909D027B}" presName="sibTrans" presStyleLbl="sibTrans2D1" presStyleIdx="0" presStyleCnt="0"/>
      <dgm:spPr/>
    </dgm:pt>
    <dgm:pt modelId="{006DD26E-54F2-47E2-918A-20BC05B308AF}" type="pres">
      <dgm:prSet presAssocID="{C230CA02-65D9-4A0B-8C41-2C49A1A66A79}" presName="compNode" presStyleCnt="0"/>
      <dgm:spPr/>
    </dgm:pt>
    <dgm:pt modelId="{74190948-C195-41F6-A6E0-1B4C005F260E}" type="pres">
      <dgm:prSet presAssocID="{C230CA02-65D9-4A0B-8C41-2C49A1A66A79}" presName="iconBgRect" presStyleLbl="bgShp" presStyleIdx="3" presStyleCnt="4"/>
      <dgm:spPr/>
    </dgm:pt>
    <dgm:pt modelId="{0C52820D-0EB6-4498-8876-6C7CECDF1197}" type="pres">
      <dgm:prSet presAssocID="{C230CA02-65D9-4A0B-8C41-2C49A1A66A7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avestone"/>
        </a:ext>
      </dgm:extLst>
    </dgm:pt>
    <dgm:pt modelId="{EF2D3506-B648-47EC-A129-7D36D3A56D6D}" type="pres">
      <dgm:prSet presAssocID="{C230CA02-65D9-4A0B-8C41-2C49A1A66A79}" presName="spaceRect" presStyleCnt="0"/>
      <dgm:spPr/>
    </dgm:pt>
    <dgm:pt modelId="{974CF3CF-461C-4347-8A01-F7816C793542}" type="pres">
      <dgm:prSet presAssocID="{C230CA02-65D9-4A0B-8C41-2C49A1A66A7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00A821F-4E31-40BD-84F5-D927F9A8A116}" type="presOf" srcId="{8552FD13-41A7-46E5-973F-556BAF964F9F}" destId="{3CA92374-54FF-4954-B4BC-459541EE900A}" srcOrd="0" destOrd="0" presId="urn:microsoft.com/office/officeart/2018/2/layout/IconCircleList"/>
    <dgm:cxn modelId="{5F8E9D60-C5F5-4076-9683-C0D2AF46A02D}" srcId="{24D6A1FD-22B6-4F42-8DB4-9F32FBC8A14C}" destId="{8552FD13-41A7-46E5-973F-556BAF964F9F}" srcOrd="2" destOrd="0" parTransId="{6906AFD2-EACF-422E-9C35-7B4647145521}" sibTransId="{2E6B9014-2855-4BE1-B2C1-EADC909D027B}"/>
    <dgm:cxn modelId="{CFB36767-9C32-4546-846B-13B05EDF5285}" srcId="{24D6A1FD-22B6-4F42-8DB4-9F32FBC8A14C}" destId="{C230CA02-65D9-4A0B-8C41-2C49A1A66A79}" srcOrd="3" destOrd="0" parTransId="{E74CF8ED-4196-4B1C-9BE2-B40F76A293C7}" sibTransId="{C3C8821D-1F07-4352-B8A5-BE0D373D2E5A}"/>
    <dgm:cxn modelId="{E282FC49-B2D4-4050-BD0B-FDBE2ED84CF7}" type="presOf" srcId="{74084AAB-34C2-479A-9FBE-C638A1279D9F}" destId="{2EA89F7C-C54C-41FC-980E-314CE7161420}" srcOrd="0" destOrd="0" presId="urn:microsoft.com/office/officeart/2018/2/layout/IconCircleList"/>
    <dgm:cxn modelId="{69772B9D-1121-4EF5-83C6-0E2CC4AAF48C}" type="presOf" srcId="{C230CA02-65D9-4A0B-8C41-2C49A1A66A79}" destId="{974CF3CF-461C-4347-8A01-F7816C793542}" srcOrd="0" destOrd="0" presId="urn:microsoft.com/office/officeart/2018/2/layout/IconCircleList"/>
    <dgm:cxn modelId="{8C0A989E-D56D-4EA9-81A6-BB4E1CAC8DF0}" srcId="{24D6A1FD-22B6-4F42-8DB4-9F32FBC8A14C}" destId="{CD92CA9A-8219-4AFF-A880-7D32B76BFADB}" srcOrd="0" destOrd="0" parTransId="{4D7A20BA-72D2-4120-BCD1-E63129D08CEE}" sibTransId="{F5543013-1C3E-4A47-BC3A-004668F137D5}"/>
    <dgm:cxn modelId="{D028C2A6-4FE6-4A59-843F-401A6CD13595}" type="presOf" srcId="{CD92CA9A-8219-4AFF-A880-7D32B76BFADB}" destId="{DE9E6300-FCA8-43E1-B1FC-481D82A8E1A1}" srcOrd="0" destOrd="0" presId="urn:microsoft.com/office/officeart/2018/2/layout/IconCircleList"/>
    <dgm:cxn modelId="{76A2D4B0-5614-4513-B3F7-71F1513C2AF1}" type="presOf" srcId="{2E6B9014-2855-4BE1-B2C1-EADC909D027B}" destId="{A3049FBF-C16B-4976-91A4-F4C5F6068A6D}" srcOrd="0" destOrd="0" presId="urn:microsoft.com/office/officeart/2018/2/layout/IconCircleList"/>
    <dgm:cxn modelId="{5F2642B8-D5AF-47E8-9F81-32D8AF5D1682}" type="presOf" srcId="{D001E91E-6AEE-489E-9B33-13BF056C7A2C}" destId="{B35DC6C6-6C6F-4F4D-98DF-D5C84CE51781}" srcOrd="0" destOrd="0" presId="urn:microsoft.com/office/officeart/2018/2/layout/IconCircleList"/>
    <dgm:cxn modelId="{EDA288BF-7B2E-4E67-ACEB-385ACEE3E120}" type="presOf" srcId="{F5543013-1C3E-4A47-BC3A-004668F137D5}" destId="{E2BC465F-6DAF-4D72-A3B2-0E5092F6E8A2}" srcOrd="0" destOrd="0" presId="urn:microsoft.com/office/officeart/2018/2/layout/IconCircleList"/>
    <dgm:cxn modelId="{59D577E1-3687-4738-8DE4-2AA3D7E71CC1}" srcId="{24D6A1FD-22B6-4F42-8DB4-9F32FBC8A14C}" destId="{D001E91E-6AEE-489E-9B33-13BF056C7A2C}" srcOrd="1" destOrd="0" parTransId="{7BB694EB-5183-4A3D-8815-E1D91C19F305}" sibTransId="{74084AAB-34C2-479A-9FBE-C638A1279D9F}"/>
    <dgm:cxn modelId="{8D591CE3-F654-498C-944E-B370666E7C5A}" type="presOf" srcId="{24D6A1FD-22B6-4F42-8DB4-9F32FBC8A14C}" destId="{A1D84C91-8930-4B9C-BE86-7492C71D059C}" srcOrd="0" destOrd="0" presId="urn:microsoft.com/office/officeart/2018/2/layout/IconCircleList"/>
    <dgm:cxn modelId="{E2275246-BAF4-424C-A1F3-777409673D75}" type="presParOf" srcId="{A1D84C91-8930-4B9C-BE86-7492C71D059C}" destId="{A404C051-5E69-430E-B429-D9EF7A89552B}" srcOrd="0" destOrd="0" presId="urn:microsoft.com/office/officeart/2018/2/layout/IconCircleList"/>
    <dgm:cxn modelId="{D49DA491-7CEE-4D9B-A455-5853A6757E95}" type="presParOf" srcId="{A404C051-5E69-430E-B429-D9EF7A89552B}" destId="{BF829425-7D26-4688-A30D-56479804B01B}" srcOrd="0" destOrd="0" presId="urn:microsoft.com/office/officeart/2018/2/layout/IconCircleList"/>
    <dgm:cxn modelId="{893415BF-DD52-46A4-B8E7-230BC6B1790B}" type="presParOf" srcId="{BF829425-7D26-4688-A30D-56479804B01B}" destId="{02837245-A656-4DA1-85E2-B97A0E233839}" srcOrd="0" destOrd="0" presId="urn:microsoft.com/office/officeart/2018/2/layout/IconCircleList"/>
    <dgm:cxn modelId="{DCFB0436-65BE-4296-9968-F4476D38FD7B}" type="presParOf" srcId="{BF829425-7D26-4688-A30D-56479804B01B}" destId="{F0358957-D3D7-4EE9-B055-42943E0F0ACA}" srcOrd="1" destOrd="0" presId="urn:microsoft.com/office/officeart/2018/2/layout/IconCircleList"/>
    <dgm:cxn modelId="{41E8AA93-D937-4F50-A3D4-0A72129FD03B}" type="presParOf" srcId="{BF829425-7D26-4688-A30D-56479804B01B}" destId="{DE23C587-D037-479B-9B40-51A3228C696B}" srcOrd="2" destOrd="0" presId="urn:microsoft.com/office/officeart/2018/2/layout/IconCircleList"/>
    <dgm:cxn modelId="{A4ABFBE7-FA28-4767-8CD9-8ADFF9B3A91E}" type="presParOf" srcId="{BF829425-7D26-4688-A30D-56479804B01B}" destId="{DE9E6300-FCA8-43E1-B1FC-481D82A8E1A1}" srcOrd="3" destOrd="0" presId="urn:microsoft.com/office/officeart/2018/2/layout/IconCircleList"/>
    <dgm:cxn modelId="{85A45B9A-95A7-4F0B-BA2F-13FF6E9B1A7C}" type="presParOf" srcId="{A404C051-5E69-430E-B429-D9EF7A89552B}" destId="{E2BC465F-6DAF-4D72-A3B2-0E5092F6E8A2}" srcOrd="1" destOrd="0" presId="urn:microsoft.com/office/officeart/2018/2/layout/IconCircleList"/>
    <dgm:cxn modelId="{EFF3A25E-8C9E-47D6-8FAA-61C81F1D68B3}" type="presParOf" srcId="{A404C051-5E69-430E-B429-D9EF7A89552B}" destId="{9F1009D2-E055-4EF6-A2F2-31C19FD0DB5C}" srcOrd="2" destOrd="0" presId="urn:microsoft.com/office/officeart/2018/2/layout/IconCircleList"/>
    <dgm:cxn modelId="{B49C7EE3-58D5-49C5-AC19-F79300DBF305}" type="presParOf" srcId="{9F1009D2-E055-4EF6-A2F2-31C19FD0DB5C}" destId="{DE8E8891-89B3-4FB8-87A2-367282F79602}" srcOrd="0" destOrd="0" presId="urn:microsoft.com/office/officeart/2018/2/layout/IconCircleList"/>
    <dgm:cxn modelId="{BBF75AD6-6DBB-4D53-B879-E081553E93CC}" type="presParOf" srcId="{9F1009D2-E055-4EF6-A2F2-31C19FD0DB5C}" destId="{41C9311B-B25D-4E6E-9255-8654B65F91BB}" srcOrd="1" destOrd="0" presId="urn:microsoft.com/office/officeart/2018/2/layout/IconCircleList"/>
    <dgm:cxn modelId="{EC5D278B-AABC-48F0-844C-10FADA5A4B9E}" type="presParOf" srcId="{9F1009D2-E055-4EF6-A2F2-31C19FD0DB5C}" destId="{68CCAE49-F708-4436-B378-93317758F24A}" srcOrd="2" destOrd="0" presId="urn:microsoft.com/office/officeart/2018/2/layout/IconCircleList"/>
    <dgm:cxn modelId="{88971C84-6DEE-43D7-8B19-4ABF5F050A31}" type="presParOf" srcId="{9F1009D2-E055-4EF6-A2F2-31C19FD0DB5C}" destId="{B35DC6C6-6C6F-4F4D-98DF-D5C84CE51781}" srcOrd="3" destOrd="0" presId="urn:microsoft.com/office/officeart/2018/2/layout/IconCircleList"/>
    <dgm:cxn modelId="{D8B97B22-0454-4FF4-9A8A-26D751690C66}" type="presParOf" srcId="{A404C051-5E69-430E-B429-D9EF7A89552B}" destId="{2EA89F7C-C54C-41FC-980E-314CE7161420}" srcOrd="3" destOrd="0" presId="urn:microsoft.com/office/officeart/2018/2/layout/IconCircleList"/>
    <dgm:cxn modelId="{22E18E86-38AF-4FA6-803F-3A6E909A95A7}" type="presParOf" srcId="{A404C051-5E69-430E-B429-D9EF7A89552B}" destId="{BE716DF7-7D47-4EEC-B23F-E8253CB71079}" srcOrd="4" destOrd="0" presId="urn:microsoft.com/office/officeart/2018/2/layout/IconCircleList"/>
    <dgm:cxn modelId="{2C754D4F-F853-4BD2-9C58-67D4F88D9AF2}" type="presParOf" srcId="{BE716DF7-7D47-4EEC-B23F-E8253CB71079}" destId="{2A861354-7309-411B-8979-9A44AAEB7D5A}" srcOrd="0" destOrd="0" presId="urn:microsoft.com/office/officeart/2018/2/layout/IconCircleList"/>
    <dgm:cxn modelId="{C977964F-4345-4205-95F3-034D42D6E718}" type="presParOf" srcId="{BE716DF7-7D47-4EEC-B23F-E8253CB71079}" destId="{55B11F6F-CB4E-422E-890C-F05F0D0F6391}" srcOrd="1" destOrd="0" presId="urn:microsoft.com/office/officeart/2018/2/layout/IconCircleList"/>
    <dgm:cxn modelId="{67BECAA4-2149-4761-BFDE-8C850C2CF565}" type="presParOf" srcId="{BE716DF7-7D47-4EEC-B23F-E8253CB71079}" destId="{26E67215-B195-484A-956F-377D3304651B}" srcOrd="2" destOrd="0" presId="urn:microsoft.com/office/officeart/2018/2/layout/IconCircleList"/>
    <dgm:cxn modelId="{23961BE9-30C1-4299-B6F4-E20C38901465}" type="presParOf" srcId="{BE716DF7-7D47-4EEC-B23F-E8253CB71079}" destId="{3CA92374-54FF-4954-B4BC-459541EE900A}" srcOrd="3" destOrd="0" presId="urn:microsoft.com/office/officeart/2018/2/layout/IconCircleList"/>
    <dgm:cxn modelId="{4549BB85-5020-4F0E-8C62-17F6E0869C14}" type="presParOf" srcId="{A404C051-5E69-430E-B429-D9EF7A89552B}" destId="{A3049FBF-C16B-4976-91A4-F4C5F6068A6D}" srcOrd="5" destOrd="0" presId="urn:microsoft.com/office/officeart/2018/2/layout/IconCircleList"/>
    <dgm:cxn modelId="{6A8638B2-3CEA-41C8-B609-61C0C66778B3}" type="presParOf" srcId="{A404C051-5E69-430E-B429-D9EF7A89552B}" destId="{006DD26E-54F2-47E2-918A-20BC05B308AF}" srcOrd="6" destOrd="0" presId="urn:microsoft.com/office/officeart/2018/2/layout/IconCircleList"/>
    <dgm:cxn modelId="{C0EA5070-38DC-4C13-80C2-496C1E3208BB}" type="presParOf" srcId="{006DD26E-54F2-47E2-918A-20BC05B308AF}" destId="{74190948-C195-41F6-A6E0-1B4C005F260E}" srcOrd="0" destOrd="0" presId="urn:microsoft.com/office/officeart/2018/2/layout/IconCircleList"/>
    <dgm:cxn modelId="{8872EA6E-01F1-4ECA-8EBB-C1AED16AB465}" type="presParOf" srcId="{006DD26E-54F2-47E2-918A-20BC05B308AF}" destId="{0C52820D-0EB6-4498-8876-6C7CECDF1197}" srcOrd="1" destOrd="0" presId="urn:microsoft.com/office/officeart/2018/2/layout/IconCircleList"/>
    <dgm:cxn modelId="{746A8A6B-5B55-4963-A22C-2B5B1BFD0F6D}" type="presParOf" srcId="{006DD26E-54F2-47E2-918A-20BC05B308AF}" destId="{EF2D3506-B648-47EC-A129-7D36D3A56D6D}" srcOrd="2" destOrd="0" presId="urn:microsoft.com/office/officeart/2018/2/layout/IconCircleList"/>
    <dgm:cxn modelId="{46FF28B1-E0CA-434F-ACA5-B3138E755322}" type="presParOf" srcId="{006DD26E-54F2-47E2-918A-20BC05B308AF}" destId="{974CF3CF-461C-4347-8A01-F7816C79354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1BABEBA-40EA-4820-82F0-F8A2FC435151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C8E402-BBA5-4076-8FC5-B13FD99634C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Fun gameplay that keeps players hooked.</a:t>
          </a:r>
        </a:p>
      </dgm:t>
    </dgm:pt>
    <dgm:pt modelId="{91A6E801-B4C5-48F0-9710-BFECF590DFEE}" type="parTrans" cxnId="{BF37493B-01CD-4AA5-859A-82545798A48F}">
      <dgm:prSet/>
      <dgm:spPr/>
      <dgm:t>
        <a:bodyPr/>
        <a:lstStyle/>
        <a:p>
          <a:endParaRPr lang="en-US"/>
        </a:p>
      </dgm:t>
    </dgm:pt>
    <dgm:pt modelId="{80F0FCDF-2FC0-43E3-89D2-8C18E23331BB}" type="sibTrans" cxnId="{BF37493B-01CD-4AA5-859A-82545798A48F}">
      <dgm:prSet/>
      <dgm:spPr/>
      <dgm:t>
        <a:bodyPr/>
        <a:lstStyle/>
        <a:p>
          <a:endParaRPr lang="en-US"/>
        </a:p>
      </dgm:t>
    </dgm:pt>
    <dgm:pt modelId="{66AC8F0E-5711-4FFE-AC10-2CA6403814E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Creative and original storytelling.</a:t>
          </a:r>
        </a:p>
      </dgm:t>
    </dgm:pt>
    <dgm:pt modelId="{0B5344F1-5D2E-4EA0-AF06-A5199FF60307}" type="parTrans" cxnId="{07BDD025-E057-4D3A-B11F-2A8C9A3EB5E6}">
      <dgm:prSet/>
      <dgm:spPr/>
      <dgm:t>
        <a:bodyPr/>
        <a:lstStyle/>
        <a:p>
          <a:endParaRPr lang="en-US"/>
        </a:p>
      </dgm:t>
    </dgm:pt>
    <dgm:pt modelId="{4B7A29CD-D852-4202-B5AF-39AAEB337953}" type="sibTrans" cxnId="{07BDD025-E057-4D3A-B11F-2A8C9A3EB5E6}">
      <dgm:prSet/>
      <dgm:spPr/>
      <dgm:t>
        <a:bodyPr/>
        <a:lstStyle/>
        <a:p>
          <a:endParaRPr lang="en-US"/>
        </a:p>
      </dgm:t>
    </dgm:pt>
    <dgm:pt modelId="{27722103-54F4-4728-AD8D-807F5D3630B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Community-driven development.</a:t>
          </a:r>
        </a:p>
      </dgm:t>
    </dgm:pt>
    <dgm:pt modelId="{F7802E79-5364-409A-AD06-676AE1508B05}" type="parTrans" cxnId="{F15AFEAB-72D9-4248-B2C4-ED2E6FB429F8}">
      <dgm:prSet/>
      <dgm:spPr/>
      <dgm:t>
        <a:bodyPr/>
        <a:lstStyle/>
        <a:p>
          <a:endParaRPr lang="en-US"/>
        </a:p>
      </dgm:t>
    </dgm:pt>
    <dgm:pt modelId="{905B492E-E22C-4329-946D-5429E1A59D8A}" type="sibTrans" cxnId="{F15AFEAB-72D9-4248-B2C4-ED2E6FB429F8}">
      <dgm:prSet/>
      <dgm:spPr/>
      <dgm:t>
        <a:bodyPr/>
        <a:lstStyle/>
        <a:p>
          <a:endParaRPr lang="en-US"/>
        </a:p>
      </dgm:t>
    </dgm:pt>
    <dgm:pt modelId="{A1202DB2-E219-4D77-BDA1-D351D54B05B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Constant updates and fresh content.</a:t>
          </a:r>
        </a:p>
      </dgm:t>
    </dgm:pt>
    <dgm:pt modelId="{9AFB5A35-91C5-4FF6-A1D1-BD615B459332}" type="parTrans" cxnId="{38EB7E1A-E9A6-43E1-85E5-6BCACCA2327E}">
      <dgm:prSet/>
      <dgm:spPr/>
      <dgm:t>
        <a:bodyPr/>
        <a:lstStyle/>
        <a:p>
          <a:endParaRPr lang="en-US"/>
        </a:p>
      </dgm:t>
    </dgm:pt>
    <dgm:pt modelId="{9B17935F-7979-4290-9976-D587CB42E285}" type="sibTrans" cxnId="{38EB7E1A-E9A6-43E1-85E5-6BCACCA2327E}">
      <dgm:prSet/>
      <dgm:spPr/>
      <dgm:t>
        <a:bodyPr/>
        <a:lstStyle/>
        <a:p>
          <a:endParaRPr lang="en-US"/>
        </a:p>
      </dgm:t>
    </dgm:pt>
    <dgm:pt modelId="{347B075F-9685-4126-923A-22A8462B4F98}" type="pres">
      <dgm:prSet presAssocID="{81BABEBA-40EA-4820-82F0-F8A2FC435151}" presName="root" presStyleCnt="0">
        <dgm:presLayoutVars>
          <dgm:dir/>
          <dgm:resizeHandles val="exact"/>
        </dgm:presLayoutVars>
      </dgm:prSet>
      <dgm:spPr/>
    </dgm:pt>
    <dgm:pt modelId="{F2D4ABBA-588D-41BC-98F5-45E39876F781}" type="pres">
      <dgm:prSet presAssocID="{0EC8E402-BBA5-4076-8FC5-B13FD99634C0}" presName="compNode" presStyleCnt="0"/>
      <dgm:spPr/>
    </dgm:pt>
    <dgm:pt modelId="{B293BA2D-C195-4909-81DC-A8A4C6CC053E}" type="pres">
      <dgm:prSet presAssocID="{0EC8E402-BBA5-4076-8FC5-B13FD99634C0}" presName="iconBgRect" presStyleLbl="bgShp" presStyleIdx="0" presStyleCnt="4"/>
      <dgm:spPr/>
    </dgm:pt>
    <dgm:pt modelId="{71977033-183C-4720-B8E4-9A8294A14EEC}" type="pres">
      <dgm:prSet presAssocID="{0EC8E402-BBA5-4076-8FC5-B13FD99634C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E04E337D-3464-46D8-85BD-D367D5EDA6FD}" type="pres">
      <dgm:prSet presAssocID="{0EC8E402-BBA5-4076-8FC5-B13FD99634C0}" presName="spaceRect" presStyleCnt="0"/>
      <dgm:spPr/>
    </dgm:pt>
    <dgm:pt modelId="{5C409FB0-4174-403B-8B6C-61CE373FFEE8}" type="pres">
      <dgm:prSet presAssocID="{0EC8E402-BBA5-4076-8FC5-B13FD99634C0}" presName="textRect" presStyleLbl="revTx" presStyleIdx="0" presStyleCnt="4">
        <dgm:presLayoutVars>
          <dgm:chMax val="1"/>
          <dgm:chPref val="1"/>
        </dgm:presLayoutVars>
      </dgm:prSet>
      <dgm:spPr/>
    </dgm:pt>
    <dgm:pt modelId="{7682D4D8-B9C9-4356-AA87-4A1476A0636F}" type="pres">
      <dgm:prSet presAssocID="{80F0FCDF-2FC0-43E3-89D2-8C18E23331BB}" presName="sibTrans" presStyleCnt="0"/>
      <dgm:spPr/>
    </dgm:pt>
    <dgm:pt modelId="{FD17C7BB-2320-485E-B924-10BCCD917974}" type="pres">
      <dgm:prSet presAssocID="{66AC8F0E-5711-4FFE-AC10-2CA6403814E6}" presName="compNode" presStyleCnt="0"/>
      <dgm:spPr/>
    </dgm:pt>
    <dgm:pt modelId="{228F998D-2031-4337-913B-227EDD3A36FC}" type="pres">
      <dgm:prSet presAssocID="{66AC8F0E-5711-4FFE-AC10-2CA6403814E6}" presName="iconBgRect" presStyleLbl="bgShp" presStyleIdx="1" presStyleCnt="4"/>
      <dgm:spPr/>
    </dgm:pt>
    <dgm:pt modelId="{787AF1B4-089B-4E3D-AA1F-07A5EA6B24F1}" type="pres">
      <dgm:prSet presAssocID="{66AC8F0E-5711-4FFE-AC10-2CA6403814E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m strip"/>
        </a:ext>
      </dgm:extLst>
    </dgm:pt>
    <dgm:pt modelId="{C7CFCEFB-01BD-4855-A2B4-90313F0D4F9E}" type="pres">
      <dgm:prSet presAssocID="{66AC8F0E-5711-4FFE-AC10-2CA6403814E6}" presName="spaceRect" presStyleCnt="0"/>
      <dgm:spPr/>
    </dgm:pt>
    <dgm:pt modelId="{B7369308-C0F6-4B10-8BC9-57C667EB654D}" type="pres">
      <dgm:prSet presAssocID="{66AC8F0E-5711-4FFE-AC10-2CA6403814E6}" presName="textRect" presStyleLbl="revTx" presStyleIdx="1" presStyleCnt="4">
        <dgm:presLayoutVars>
          <dgm:chMax val="1"/>
          <dgm:chPref val="1"/>
        </dgm:presLayoutVars>
      </dgm:prSet>
      <dgm:spPr/>
    </dgm:pt>
    <dgm:pt modelId="{0FFDB50E-C9E1-429A-8B1E-91662EB293AA}" type="pres">
      <dgm:prSet presAssocID="{4B7A29CD-D852-4202-B5AF-39AAEB337953}" presName="sibTrans" presStyleCnt="0"/>
      <dgm:spPr/>
    </dgm:pt>
    <dgm:pt modelId="{9F1600E6-5A85-4951-AC46-A6E9C552C65F}" type="pres">
      <dgm:prSet presAssocID="{27722103-54F4-4728-AD8D-807F5D3630B5}" presName="compNode" presStyleCnt="0"/>
      <dgm:spPr/>
    </dgm:pt>
    <dgm:pt modelId="{FD77BD83-1852-498A-99C5-E2877C32A070}" type="pres">
      <dgm:prSet presAssocID="{27722103-54F4-4728-AD8D-807F5D3630B5}" presName="iconBgRect" presStyleLbl="bgShp" presStyleIdx="2" presStyleCnt="4"/>
      <dgm:spPr/>
    </dgm:pt>
    <dgm:pt modelId="{028D030D-599C-4A73-BA03-99C9F261151B}" type="pres">
      <dgm:prSet presAssocID="{27722103-54F4-4728-AD8D-807F5D3630B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B0C73485-1163-4F69-AB8F-ED6AE7D35DB2}" type="pres">
      <dgm:prSet presAssocID="{27722103-54F4-4728-AD8D-807F5D3630B5}" presName="spaceRect" presStyleCnt="0"/>
      <dgm:spPr/>
    </dgm:pt>
    <dgm:pt modelId="{AFEF8813-3BF8-4DED-BDD7-66C104EAC2D8}" type="pres">
      <dgm:prSet presAssocID="{27722103-54F4-4728-AD8D-807F5D3630B5}" presName="textRect" presStyleLbl="revTx" presStyleIdx="2" presStyleCnt="4">
        <dgm:presLayoutVars>
          <dgm:chMax val="1"/>
          <dgm:chPref val="1"/>
        </dgm:presLayoutVars>
      </dgm:prSet>
      <dgm:spPr/>
    </dgm:pt>
    <dgm:pt modelId="{44F3B10F-3958-490F-965B-C0658CD6E1B9}" type="pres">
      <dgm:prSet presAssocID="{905B492E-E22C-4329-946D-5429E1A59D8A}" presName="sibTrans" presStyleCnt="0"/>
      <dgm:spPr/>
    </dgm:pt>
    <dgm:pt modelId="{5E28CD8E-067D-4903-8C91-E97FC51E122B}" type="pres">
      <dgm:prSet presAssocID="{A1202DB2-E219-4D77-BDA1-D351D54B05BA}" presName="compNode" presStyleCnt="0"/>
      <dgm:spPr/>
    </dgm:pt>
    <dgm:pt modelId="{15D02904-8457-4577-BBF5-3A04E42A2354}" type="pres">
      <dgm:prSet presAssocID="{A1202DB2-E219-4D77-BDA1-D351D54B05BA}" presName="iconBgRect" presStyleLbl="bgShp" presStyleIdx="3" presStyleCnt="4"/>
      <dgm:spPr/>
    </dgm:pt>
    <dgm:pt modelId="{B41F5DF6-3220-492A-96FE-48C9E280F533}" type="pres">
      <dgm:prSet presAssocID="{A1202DB2-E219-4D77-BDA1-D351D54B05B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oap"/>
        </a:ext>
      </dgm:extLst>
    </dgm:pt>
    <dgm:pt modelId="{16EF8462-F1FE-4785-AF2B-6E06D304386C}" type="pres">
      <dgm:prSet presAssocID="{A1202DB2-E219-4D77-BDA1-D351D54B05BA}" presName="spaceRect" presStyleCnt="0"/>
      <dgm:spPr/>
    </dgm:pt>
    <dgm:pt modelId="{E8931FF4-EFA7-4841-B79D-42665873F003}" type="pres">
      <dgm:prSet presAssocID="{A1202DB2-E219-4D77-BDA1-D351D54B05B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8EB7E1A-E9A6-43E1-85E5-6BCACCA2327E}" srcId="{81BABEBA-40EA-4820-82F0-F8A2FC435151}" destId="{A1202DB2-E219-4D77-BDA1-D351D54B05BA}" srcOrd="3" destOrd="0" parTransId="{9AFB5A35-91C5-4FF6-A1D1-BD615B459332}" sibTransId="{9B17935F-7979-4290-9976-D587CB42E285}"/>
    <dgm:cxn modelId="{07BDD025-E057-4D3A-B11F-2A8C9A3EB5E6}" srcId="{81BABEBA-40EA-4820-82F0-F8A2FC435151}" destId="{66AC8F0E-5711-4FFE-AC10-2CA6403814E6}" srcOrd="1" destOrd="0" parTransId="{0B5344F1-5D2E-4EA0-AF06-A5199FF60307}" sibTransId="{4B7A29CD-D852-4202-B5AF-39AAEB337953}"/>
    <dgm:cxn modelId="{D7A4D230-C3DF-4736-A485-E28FED08153D}" type="presOf" srcId="{27722103-54F4-4728-AD8D-807F5D3630B5}" destId="{AFEF8813-3BF8-4DED-BDD7-66C104EAC2D8}" srcOrd="0" destOrd="0" presId="urn:microsoft.com/office/officeart/2018/5/layout/IconCircleLabelList"/>
    <dgm:cxn modelId="{BF37493B-01CD-4AA5-859A-82545798A48F}" srcId="{81BABEBA-40EA-4820-82F0-F8A2FC435151}" destId="{0EC8E402-BBA5-4076-8FC5-B13FD99634C0}" srcOrd="0" destOrd="0" parTransId="{91A6E801-B4C5-48F0-9710-BFECF590DFEE}" sibTransId="{80F0FCDF-2FC0-43E3-89D2-8C18E23331BB}"/>
    <dgm:cxn modelId="{55B7293D-373C-4D34-89B3-81974B7A6111}" type="presOf" srcId="{66AC8F0E-5711-4FFE-AC10-2CA6403814E6}" destId="{B7369308-C0F6-4B10-8BC9-57C667EB654D}" srcOrd="0" destOrd="0" presId="urn:microsoft.com/office/officeart/2018/5/layout/IconCircleLabelList"/>
    <dgm:cxn modelId="{E440D13F-1282-41BB-924D-BDF613ACB1A7}" type="presOf" srcId="{A1202DB2-E219-4D77-BDA1-D351D54B05BA}" destId="{E8931FF4-EFA7-4841-B79D-42665873F003}" srcOrd="0" destOrd="0" presId="urn:microsoft.com/office/officeart/2018/5/layout/IconCircleLabelList"/>
    <dgm:cxn modelId="{4E832B48-62F1-48FA-9C87-83B8AB757BD6}" type="presOf" srcId="{81BABEBA-40EA-4820-82F0-F8A2FC435151}" destId="{347B075F-9685-4126-923A-22A8462B4F98}" srcOrd="0" destOrd="0" presId="urn:microsoft.com/office/officeart/2018/5/layout/IconCircleLabelList"/>
    <dgm:cxn modelId="{F15AFEAB-72D9-4248-B2C4-ED2E6FB429F8}" srcId="{81BABEBA-40EA-4820-82F0-F8A2FC435151}" destId="{27722103-54F4-4728-AD8D-807F5D3630B5}" srcOrd="2" destOrd="0" parTransId="{F7802E79-5364-409A-AD06-676AE1508B05}" sibTransId="{905B492E-E22C-4329-946D-5429E1A59D8A}"/>
    <dgm:cxn modelId="{9FA876E9-EFFE-442C-B843-F4C0A209E058}" type="presOf" srcId="{0EC8E402-BBA5-4076-8FC5-B13FD99634C0}" destId="{5C409FB0-4174-403B-8B6C-61CE373FFEE8}" srcOrd="0" destOrd="0" presId="urn:microsoft.com/office/officeart/2018/5/layout/IconCircleLabelList"/>
    <dgm:cxn modelId="{94B4D958-1227-46D4-9EFD-17A5F1BF271C}" type="presParOf" srcId="{347B075F-9685-4126-923A-22A8462B4F98}" destId="{F2D4ABBA-588D-41BC-98F5-45E39876F781}" srcOrd="0" destOrd="0" presId="urn:microsoft.com/office/officeart/2018/5/layout/IconCircleLabelList"/>
    <dgm:cxn modelId="{E970A0DA-AC81-484B-B66B-E7362CA71E21}" type="presParOf" srcId="{F2D4ABBA-588D-41BC-98F5-45E39876F781}" destId="{B293BA2D-C195-4909-81DC-A8A4C6CC053E}" srcOrd="0" destOrd="0" presId="urn:microsoft.com/office/officeart/2018/5/layout/IconCircleLabelList"/>
    <dgm:cxn modelId="{A0A8735D-6B93-408B-84EA-51166E41BB8E}" type="presParOf" srcId="{F2D4ABBA-588D-41BC-98F5-45E39876F781}" destId="{71977033-183C-4720-B8E4-9A8294A14EEC}" srcOrd="1" destOrd="0" presId="urn:microsoft.com/office/officeart/2018/5/layout/IconCircleLabelList"/>
    <dgm:cxn modelId="{4E299167-B4C9-4AF2-AAC9-099A24756F76}" type="presParOf" srcId="{F2D4ABBA-588D-41BC-98F5-45E39876F781}" destId="{E04E337D-3464-46D8-85BD-D367D5EDA6FD}" srcOrd="2" destOrd="0" presId="urn:microsoft.com/office/officeart/2018/5/layout/IconCircleLabelList"/>
    <dgm:cxn modelId="{1E79FDB5-1A47-4B51-82FC-0A0B51A64F90}" type="presParOf" srcId="{F2D4ABBA-588D-41BC-98F5-45E39876F781}" destId="{5C409FB0-4174-403B-8B6C-61CE373FFEE8}" srcOrd="3" destOrd="0" presId="urn:microsoft.com/office/officeart/2018/5/layout/IconCircleLabelList"/>
    <dgm:cxn modelId="{6AC5C8BE-A751-451C-BA35-3BD8F9ECD5B4}" type="presParOf" srcId="{347B075F-9685-4126-923A-22A8462B4F98}" destId="{7682D4D8-B9C9-4356-AA87-4A1476A0636F}" srcOrd="1" destOrd="0" presId="urn:microsoft.com/office/officeart/2018/5/layout/IconCircleLabelList"/>
    <dgm:cxn modelId="{94B5D42C-F229-4C6E-95E7-D6DC61BD0A51}" type="presParOf" srcId="{347B075F-9685-4126-923A-22A8462B4F98}" destId="{FD17C7BB-2320-485E-B924-10BCCD917974}" srcOrd="2" destOrd="0" presId="urn:microsoft.com/office/officeart/2018/5/layout/IconCircleLabelList"/>
    <dgm:cxn modelId="{E84B3344-41DA-488A-B0AC-C74D54F5B44E}" type="presParOf" srcId="{FD17C7BB-2320-485E-B924-10BCCD917974}" destId="{228F998D-2031-4337-913B-227EDD3A36FC}" srcOrd="0" destOrd="0" presId="urn:microsoft.com/office/officeart/2018/5/layout/IconCircleLabelList"/>
    <dgm:cxn modelId="{50F4FC96-DE53-4049-8E73-CD715701833D}" type="presParOf" srcId="{FD17C7BB-2320-485E-B924-10BCCD917974}" destId="{787AF1B4-089B-4E3D-AA1F-07A5EA6B24F1}" srcOrd="1" destOrd="0" presId="urn:microsoft.com/office/officeart/2018/5/layout/IconCircleLabelList"/>
    <dgm:cxn modelId="{DA605E3E-FF1D-41B4-B973-A6C2CE314124}" type="presParOf" srcId="{FD17C7BB-2320-485E-B924-10BCCD917974}" destId="{C7CFCEFB-01BD-4855-A2B4-90313F0D4F9E}" srcOrd="2" destOrd="0" presId="urn:microsoft.com/office/officeart/2018/5/layout/IconCircleLabelList"/>
    <dgm:cxn modelId="{DC4FC103-5B99-4A12-8D5A-43BD9BDEF809}" type="presParOf" srcId="{FD17C7BB-2320-485E-B924-10BCCD917974}" destId="{B7369308-C0F6-4B10-8BC9-57C667EB654D}" srcOrd="3" destOrd="0" presId="urn:microsoft.com/office/officeart/2018/5/layout/IconCircleLabelList"/>
    <dgm:cxn modelId="{12B05784-07C8-4845-9982-2B0F7A5F0C16}" type="presParOf" srcId="{347B075F-9685-4126-923A-22A8462B4F98}" destId="{0FFDB50E-C9E1-429A-8B1E-91662EB293AA}" srcOrd="3" destOrd="0" presId="urn:microsoft.com/office/officeart/2018/5/layout/IconCircleLabelList"/>
    <dgm:cxn modelId="{A1607212-9131-48F0-BC2D-BACDAD44992C}" type="presParOf" srcId="{347B075F-9685-4126-923A-22A8462B4F98}" destId="{9F1600E6-5A85-4951-AC46-A6E9C552C65F}" srcOrd="4" destOrd="0" presId="urn:microsoft.com/office/officeart/2018/5/layout/IconCircleLabelList"/>
    <dgm:cxn modelId="{6CFEADDD-9944-43A9-8B69-EFF732E40BD6}" type="presParOf" srcId="{9F1600E6-5A85-4951-AC46-A6E9C552C65F}" destId="{FD77BD83-1852-498A-99C5-E2877C32A070}" srcOrd="0" destOrd="0" presId="urn:microsoft.com/office/officeart/2018/5/layout/IconCircleLabelList"/>
    <dgm:cxn modelId="{0CA5608E-0CD9-414B-9653-5E287E9DC0CF}" type="presParOf" srcId="{9F1600E6-5A85-4951-AC46-A6E9C552C65F}" destId="{028D030D-599C-4A73-BA03-99C9F261151B}" srcOrd="1" destOrd="0" presId="urn:microsoft.com/office/officeart/2018/5/layout/IconCircleLabelList"/>
    <dgm:cxn modelId="{2BC92762-78ED-43DA-A3F7-A31945B62912}" type="presParOf" srcId="{9F1600E6-5A85-4951-AC46-A6E9C552C65F}" destId="{B0C73485-1163-4F69-AB8F-ED6AE7D35DB2}" srcOrd="2" destOrd="0" presId="urn:microsoft.com/office/officeart/2018/5/layout/IconCircleLabelList"/>
    <dgm:cxn modelId="{7B893FEF-C24C-4C20-92A1-8F6A94AE3CBF}" type="presParOf" srcId="{9F1600E6-5A85-4951-AC46-A6E9C552C65F}" destId="{AFEF8813-3BF8-4DED-BDD7-66C104EAC2D8}" srcOrd="3" destOrd="0" presId="urn:microsoft.com/office/officeart/2018/5/layout/IconCircleLabelList"/>
    <dgm:cxn modelId="{286B112A-C7E8-4236-9729-B98C7D0B91C4}" type="presParOf" srcId="{347B075F-9685-4126-923A-22A8462B4F98}" destId="{44F3B10F-3958-490F-965B-C0658CD6E1B9}" srcOrd="5" destOrd="0" presId="urn:microsoft.com/office/officeart/2018/5/layout/IconCircleLabelList"/>
    <dgm:cxn modelId="{9C330A30-5A3F-4691-A384-387FC4C83587}" type="presParOf" srcId="{347B075F-9685-4126-923A-22A8462B4F98}" destId="{5E28CD8E-067D-4903-8C91-E97FC51E122B}" srcOrd="6" destOrd="0" presId="urn:microsoft.com/office/officeart/2018/5/layout/IconCircleLabelList"/>
    <dgm:cxn modelId="{CBD52FF5-7EDE-4D8E-B0DA-DA88E54B03B3}" type="presParOf" srcId="{5E28CD8E-067D-4903-8C91-E97FC51E122B}" destId="{15D02904-8457-4577-BBF5-3A04E42A2354}" srcOrd="0" destOrd="0" presId="urn:microsoft.com/office/officeart/2018/5/layout/IconCircleLabelList"/>
    <dgm:cxn modelId="{96F444EC-1ACB-4656-B43E-0915DA3CE156}" type="presParOf" srcId="{5E28CD8E-067D-4903-8C91-E97FC51E122B}" destId="{B41F5DF6-3220-492A-96FE-48C9E280F533}" srcOrd="1" destOrd="0" presId="urn:microsoft.com/office/officeart/2018/5/layout/IconCircleLabelList"/>
    <dgm:cxn modelId="{1DF30272-CB69-4B9B-815C-12076F314584}" type="presParOf" srcId="{5E28CD8E-067D-4903-8C91-E97FC51E122B}" destId="{16EF8462-F1FE-4785-AF2B-6E06D304386C}" srcOrd="2" destOrd="0" presId="urn:microsoft.com/office/officeart/2018/5/layout/IconCircleLabelList"/>
    <dgm:cxn modelId="{9AB1551D-283C-4BA8-92E1-1EF277EF2333}" type="presParOf" srcId="{5E28CD8E-067D-4903-8C91-E97FC51E122B}" destId="{E8931FF4-EFA7-4841-B79D-42665873F00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84877CD-C2EF-4B79-B756-D5A7EA798E69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9DF6266-3A06-4B5E-8201-467FA86D3389}">
      <dgm:prSet/>
      <dgm:spPr/>
      <dgm:t>
        <a:bodyPr/>
        <a:lstStyle/>
        <a:p>
          <a:r>
            <a:rPr lang="en-US"/>
            <a:t>• Expand globally with new releases.</a:t>
          </a:r>
        </a:p>
      </dgm:t>
    </dgm:pt>
    <dgm:pt modelId="{9FCD7D17-A946-48B1-A273-D4F4FDD6BD73}" type="parTrans" cxnId="{8B05ED20-7D7B-490C-BA65-61CC014A9048}">
      <dgm:prSet/>
      <dgm:spPr/>
      <dgm:t>
        <a:bodyPr/>
        <a:lstStyle/>
        <a:p>
          <a:endParaRPr lang="en-US"/>
        </a:p>
      </dgm:t>
    </dgm:pt>
    <dgm:pt modelId="{8AC8BDA1-EF5A-4F6E-B088-B9F5272EE811}" type="sibTrans" cxnId="{8B05ED20-7D7B-490C-BA65-61CC014A9048}">
      <dgm:prSet/>
      <dgm:spPr/>
      <dgm:t>
        <a:bodyPr/>
        <a:lstStyle/>
        <a:p>
          <a:endParaRPr lang="en-US"/>
        </a:p>
      </dgm:t>
    </dgm:pt>
    <dgm:pt modelId="{B733C5EC-E6A7-4059-9376-E4827C12640E}">
      <dgm:prSet/>
      <dgm:spPr/>
      <dgm:t>
        <a:bodyPr/>
        <a:lstStyle/>
        <a:p>
          <a:r>
            <a:rPr lang="en-US"/>
            <a:t>• Explore VR/AR and metaverse projects.</a:t>
          </a:r>
        </a:p>
      </dgm:t>
    </dgm:pt>
    <dgm:pt modelId="{F814D0D2-92F3-4F6C-B22F-C469FA66DE5F}" type="parTrans" cxnId="{1598FAE4-C439-48F7-9703-851A0B7F200F}">
      <dgm:prSet/>
      <dgm:spPr/>
      <dgm:t>
        <a:bodyPr/>
        <a:lstStyle/>
        <a:p>
          <a:endParaRPr lang="en-US"/>
        </a:p>
      </dgm:t>
    </dgm:pt>
    <dgm:pt modelId="{B4F6FF23-6142-46F9-A85D-615AEEC35F6B}" type="sibTrans" cxnId="{1598FAE4-C439-48F7-9703-851A0B7F200F}">
      <dgm:prSet/>
      <dgm:spPr/>
      <dgm:t>
        <a:bodyPr/>
        <a:lstStyle/>
        <a:p>
          <a:endParaRPr lang="en-US"/>
        </a:p>
      </dgm:t>
    </dgm:pt>
    <dgm:pt modelId="{D1D60D5A-D031-4FB8-AE67-07BD4511EE42}">
      <dgm:prSet/>
      <dgm:spPr/>
      <dgm:t>
        <a:bodyPr/>
        <a:lstStyle/>
        <a:p>
          <a:r>
            <a:rPr lang="en-US"/>
            <a:t>• Build competitive e-sports ready titles.</a:t>
          </a:r>
        </a:p>
      </dgm:t>
    </dgm:pt>
    <dgm:pt modelId="{DAC2BE7B-F021-409D-96B2-2318BBD0FC21}" type="parTrans" cxnId="{9B5E8701-82A4-44C9-B10A-66AA27304937}">
      <dgm:prSet/>
      <dgm:spPr/>
      <dgm:t>
        <a:bodyPr/>
        <a:lstStyle/>
        <a:p>
          <a:endParaRPr lang="en-US"/>
        </a:p>
      </dgm:t>
    </dgm:pt>
    <dgm:pt modelId="{949FB037-7356-4794-8CDC-D4B8D3BA657B}" type="sibTrans" cxnId="{9B5E8701-82A4-44C9-B10A-66AA27304937}">
      <dgm:prSet/>
      <dgm:spPr/>
      <dgm:t>
        <a:bodyPr/>
        <a:lstStyle/>
        <a:p>
          <a:endParaRPr lang="en-US"/>
        </a:p>
      </dgm:t>
    </dgm:pt>
    <dgm:pt modelId="{29715412-6473-4AEA-A6F0-2217ECA07F64}">
      <dgm:prSet/>
      <dgm:spPr/>
      <dgm:t>
        <a:bodyPr/>
        <a:lstStyle/>
        <a:p>
          <a:r>
            <a:rPr lang="en-US"/>
            <a:t>• Grow a thriving player community.</a:t>
          </a:r>
        </a:p>
      </dgm:t>
    </dgm:pt>
    <dgm:pt modelId="{B4FC8CE2-9FEA-4EFB-A9C3-8A4FE526FCC8}" type="parTrans" cxnId="{D7D7E25D-E766-4CD7-9EF5-DABD5FC41B9A}">
      <dgm:prSet/>
      <dgm:spPr/>
      <dgm:t>
        <a:bodyPr/>
        <a:lstStyle/>
        <a:p>
          <a:endParaRPr lang="en-US"/>
        </a:p>
      </dgm:t>
    </dgm:pt>
    <dgm:pt modelId="{2197C0AE-47D8-47AF-9269-78E1BDAB8522}" type="sibTrans" cxnId="{D7D7E25D-E766-4CD7-9EF5-DABD5FC41B9A}">
      <dgm:prSet/>
      <dgm:spPr/>
      <dgm:t>
        <a:bodyPr/>
        <a:lstStyle/>
        <a:p>
          <a:endParaRPr lang="en-US"/>
        </a:p>
      </dgm:t>
    </dgm:pt>
    <dgm:pt modelId="{2E7C84CA-8BEA-403D-B4CD-10F1AB64B694}" type="pres">
      <dgm:prSet presAssocID="{D84877CD-C2EF-4B79-B756-D5A7EA798E69}" presName="diagram" presStyleCnt="0">
        <dgm:presLayoutVars>
          <dgm:dir/>
          <dgm:resizeHandles val="exact"/>
        </dgm:presLayoutVars>
      </dgm:prSet>
      <dgm:spPr/>
    </dgm:pt>
    <dgm:pt modelId="{30F61F10-25F1-43BE-9EDE-99D6D7A31F12}" type="pres">
      <dgm:prSet presAssocID="{19DF6266-3A06-4B5E-8201-467FA86D3389}" presName="arrow" presStyleLbl="node1" presStyleIdx="0" presStyleCnt="4">
        <dgm:presLayoutVars>
          <dgm:bulletEnabled val="1"/>
        </dgm:presLayoutVars>
      </dgm:prSet>
      <dgm:spPr/>
    </dgm:pt>
    <dgm:pt modelId="{6ADF62DB-9822-4826-9423-49DFECB47A9B}" type="pres">
      <dgm:prSet presAssocID="{B733C5EC-E6A7-4059-9376-E4827C12640E}" presName="arrow" presStyleLbl="node1" presStyleIdx="1" presStyleCnt="4">
        <dgm:presLayoutVars>
          <dgm:bulletEnabled val="1"/>
        </dgm:presLayoutVars>
      </dgm:prSet>
      <dgm:spPr/>
    </dgm:pt>
    <dgm:pt modelId="{F1082557-89E4-4502-963A-E3E364667DD9}" type="pres">
      <dgm:prSet presAssocID="{D1D60D5A-D031-4FB8-AE67-07BD4511EE42}" presName="arrow" presStyleLbl="node1" presStyleIdx="2" presStyleCnt="4">
        <dgm:presLayoutVars>
          <dgm:bulletEnabled val="1"/>
        </dgm:presLayoutVars>
      </dgm:prSet>
      <dgm:spPr/>
    </dgm:pt>
    <dgm:pt modelId="{CC0EDCE4-8FC4-4B5C-8D38-E2D7F0D97F88}" type="pres">
      <dgm:prSet presAssocID="{29715412-6473-4AEA-A6F0-2217ECA07F64}" presName="arrow" presStyleLbl="node1" presStyleIdx="3" presStyleCnt="4">
        <dgm:presLayoutVars>
          <dgm:bulletEnabled val="1"/>
        </dgm:presLayoutVars>
      </dgm:prSet>
      <dgm:spPr/>
    </dgm:pt>
  </dgm:ptLst>
  <dgm:cxnLst>
    <dgm:cxn modelId="{9B5E8701-82A4-44C9-B10A-66AA27304937}" srcId="{D84877CD-C2EF-4B79-B756-D5A7EA798E69}" destId="{D1D60D5A-D031-4FB8-AE67-07BD4511EE42}" srcOrd="2" destOrd="0" parTransId="{DAC2BE7B-F021-409D-96B2-2318BBD0FC21}" sibTransId="{949FB037-7356-4794-8CDC-D4B8D3BA657B}"/>
    <dgm:cxn modelId="{D689BE1C-C610-4EDC-A31F-B01797DCC707}" type="presOf" srcId="{D1D60D5A-D031-4FB8-AE67-07BD4511EE42}" destId="{F1082557-89E4-4502-963A-E3E364667DD9}" srcOrd="0" destOrd="0" presId="urn:microsoft.com/office/officeart/2005/8/layout/arrow5"/>
    <dgm:cxn modelId="{8B05ED20-7D7B-490C-BA65-61CC014A9048}" srcId="{D84877CD-C2EF-4B79-B756-D5A7EA798E69}" destId="{19DF6266-3A06-4B5E-8201-467FA86D3389}" srcOrd="0" destOrd="0" parTransId="{9FCD7D17-A946-48B1-A273-D4F4FDD6BD73}" sibTransId="{8AC8BDA1-EF5A-4F6E-B088-B9F5272EE811}"/>
    <dgm:cxn modelId="{D7D7E25D-E766-4CD7-9EF5-DABD5FC41B9A}" srcId="{D84877CD-C2EF-4B79-B756-D5A7EA798E69}" destId="{29715412-6473-4AEA-A6F0-2217ECA07F64}" srcOrd="3" destOrd="0" parTransId="{B4FC8CE2-9FEA-4EFB-A9C3-8A4FE526FCC8}" sibTransId="{2197C0AE-47D8-47AF-9269-78E1BDAB8522}"/>
    <dgm:cxn modelId="{2C980980-9898-44C1-BBEE-C56E99B6D23D}" type="presOf" srcId="{D84877CD-C2EF-4B79-B756-D5A7EA798E69}" destId="{2E7C84CA-8BEA-403D-B4CD-10F1AB64B694}" srcOrd="0" destOrd="0" presId="urn:microsoft.com/office/officeart/2005/8/layout/arrow5"/>
    <dgm:cxn modelId="{907CB687-2F2B-4FE5-AE15-F483A94D5FF7}" type="presOf" srcId="{B733C5EC-E6A7-4059-9376-E4827C12640E}" destId="{6ADF62DB-9822-4826-9423-49DFECB47A9B}" srcOrd="0" destOrd="0" presId="urn:microsoft.com/office/officeart/2005/8/layout/arrow5"/>
    <dgm:cxn modelId="{4F8EAFC6-105D-4553-BDF7-BDB792003675}" type="presOf" srcId="{19DF6266-3A06-4B5E-8201-467FA86D3389}" destId="{30F61F10-25F1-43BE-9EDE-99D6D7A31F12}" srcOrd="0" destOrd="0" presId="urn:microsoft.com/office/officeart/2005/8/layout/arrow5"/>
    <dgm:cxn modelId="{AD999FE3-8FA1-4CFC-8DF5-AABAE7B909E8}" type="presOf" srcId="{29715412-6473-4AEA-A6F0-2217ECA07F64}" destId="{CC0EDCE4-8FC4-4B5C-8D38-E2D7F0D97F88}" srcOrd="0" destOrd="0" presId="urn:microsoft.com/office/officeart/2005/8/layout/arrow5"/>
    <dgm:cxn modelId="{1598FAE4-C439-48F7-9703-851A0B7F200F}" srcId="{D84877CD-C2EF-4B79-B756-D5A7EA798E69}" destId="{B733C5EC-E6A7-4059-9376-E4827C12640E}" srcOrd="1" destOrd="0" parTransId="{F814D0D2-92F3-4F6C-B22F-C469FA66DE5F}" sibTransId="{B4F6FF23-6142-46F9-A85D-615AEEC35F6B}"/>
    <dgm:cxn modelId="{38EF419D-0EAF-48FA-BC30-8A08B5DB082F}" type="presParOf" srcId="{2E7C84CA-8BEA-403D-B4CD-10F1AB64B694}" destId="{30F61F10-25F1-43BE-9EDE-99D6D7A31F12}" srcOrd="0" destOrd="0" presId="urn:microsoft.com/office/officeart/2005/8/layout/arrow5"/>
    <dgm:cxn modelId="{B7347A64-83D0-4E92-8B98-493431C636D5}" type="presParOf" srcId="{2E7C84CA-8BEA-403D-B4CD-10F1AB64B694}" destId="{6ADF62DB-9822-4826-9423-49DFECB47A9B}" srcOrd="1" destOrd="0" presId="urn:microsoft.com/office/officeart/2005/8/layout/arrow5"/>
    <dgm:cxn modelId="{4E62E010-6CC8-4FE0-9E20-F9135CAF395B}" type="presParOf" srcId="{2E7C84CA-8BEA-403D-B4CD-10F1AB64B694}" destId="{F1082557-89E4-4502-963A-E3E364667DD9}" srcOrd="2" destOrd="0" presId="urn:microsoft.com/office/officeart/2005/8/layout/arrow5"/>
    <dgm:cxn modelId="{43EC2E5F-89E0-4774-B463-6DA43DFC0C83}" type="presParOf" srcId="{2E7C84CA-8BEA-403D-B4CD-10F1AB64B694}" destId="{CC0EDCE4-8FC4-4B5C-8D38-E2D7F0D97F88}" srcOrd="3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C2EECF-60DD-4925-A26E-4A2E61C43E78}">
      <dsp:nvSpPr>
        <dsp:cNvPr id="0" name=""/>
        <dsp:cNvSpPr/>
      </dsp:nvSpPr>
      <dsp:spPr>
        <a:xfrm>
          <a:off x="1052690" y="841797"/>
          <a:ext cx="1695937" cy="16959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43500E-B7EA-4562-A2E4-438FE5724BDD}">
      <dsp:nvSpPr>
        <dsp:cNvPr id="0" name=""/>
        <dsp:cNvSpPr/>
      </dsp:nvSpPr>
      <dsp:spPr>
        <a:xfrm>
          <a:off x="16284" y="2964165"/>
          <a:ext cx="37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We are a passionate game development studio dedicated to creating fun, engaging, and story-driven games for all types of players.</a:t>
          </a:r>
        </a:p>
      </dsp:txBody>
      <dsp:txXfrm>
        <a:off x="16284" y="2964165"/>
        <a:ext cx="3768750" cy="720000"/>
      </dsp:txXfrm>
    </dsp:sp>
    <dsp:sp modelId="{2C3E1144-6D4B-4127-A22E-8374EFEEB7D4}">
      <dsp:nvSpPr>
        <dsp:cNvPr id="0" name=""/>
        <dsp:cNvSpPr/>
      </dsp:nvSpPr>
      <dsp:spPr>
        <a:xfrm>
          <a:off x="5480971" y="841797"/>
          <a:ext cx="1695937" cy="16959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8E2678-4D49-4A8A-B0C1-3CBC50168A51}">
      <dsp:nvSpPr>
        <dsp:cNvPr id="0" name=""/>
        <dsp:cNvSpPr/>
      </dsp:nvSpPr>
      <dsp:spPr>
        <a:xfrm>
          <a:off x="4444565" y="2964165"/>
          <a:ext cx="37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Our mission is simple: bring imagination to life through gaming.</a:t>
          </a:r>
        </a:p>
      </dsp:txBody>
      <dsp:txXfrm>
        <a:off x="4444565" y="2964165"/>
        <a:ext cx="376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B93F81-D985-43E7-B24D-22F2585D8022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256AE9-DECD-45C7-BF02-5F16A5324DD1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704846-C435-4F06-987E-D8CEB788E05F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Bring stories to life through interactive worlds.</a:t>
          </a:r>
        </a:p>
      </dsp:txBody>
      <dsp:txXfrm>
        <a:off x="1493203" y="552"/>
        <a:ext cx="6736396" cy="1292816"/>
      </dsp:txXfrm>
    </dsp:sp>
    <dsp:sp modelId="{F1E47659-8E1D-4005-90AE-C4D5A7BB507C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7CB03D-098C-4E39-8266-2F459F544928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71EA25-DFD8-4AE6-8428-0E4E0097341E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Make gaming accessible and enjoyable for everyone.</a:t>
          </a:r>
        </a:p>
      </dsp:txBody>
      <dsp:txXfrm>
        <a:off x="1493203" y="1616573"/>
        <a:ext cx="6736396" cy="1292816"/>
      </dsp:txXfrm>
    </dsp:sp>
    <dsp:sp modelId="{0DE7E329-D5E7-4065-BA70-9B4D5F24F72F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D358DD-ADEB-41A3-AE14-A9E4C46B6647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BB9AB5-617E-4BAA-8815-3546BA7B3900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Build communities where players connect and share adventures.</a:t>
          </a:r>
        </a:p>
      </dsp:txBody>
      <dsp:txXfrm>
        <a:off x="1493203" y="3232593"/>
        <a:ext cx="6736396" cy="12928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C3F00A-B12F-472C-831A-F62A16313430}">
      <dsp:nvSpPr>
        <dsp:cNvPr id="0" name=""/>
        <dsp:cNvSpPr/>
      </dsp:nvSpPr>
      <dsp:spPr>
        <a:xfrm>
          <a:off x="0" y="2209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49D29D-842A-47FD-B3A4-5B59B4E6C675}">
      <dsp:nvSpPr>
        <dsp:cNvPr id="0" name=""/>
        <dsp:cNvSpPr/>
      </dsp:nvSpPr>
      <dsp:spPr>
        <a:xfrm>
          <a:off x="0" y="2209"/>
          <a:ext cx="8229600" cy="1507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• Mobile Games – quick, fun, and creative.</a:t>
          </a:r>
        </a:p>
      </dsp:txBody>
      <dsp:txXfrm>
        <a:off x="0" y="2209"/>
        <a:ext cx="8229600" cy="1507181"/>
      </dsp:txXfrm>
    </dsp:sp>
    <dsp:sp modelId="{E0B40E9F-8FF0-4E16-8E3F-7CAA46A33012}">
      <dsp:nvSpPr>
        <dsp:cNvPr id="0" name=""/>
        <dsp:cNvSpPr/>
      </dsp:nvSpPr>
      <dsp:spPr>
        <a:xfrm>
          <a:off x="0" y="15093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0D4A0B-A134-4B12-9215-8CBFAB5B5F94}">
      <dsp:nvSpPr>
        <dsp:cNvPr id="0" name=""/>
        <dsp:cNvSpPr/>
      </dsp:nvSpPr>
      <dsp:spPr>
        <a:xfrm>
          <a:off x="0" y="1509390"/>
          <a:ext cx="8229600" cy="1507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• PC/Console Projects – immersive experiences.</a:t>
          </a:r>
        </a:p>
      </dsp:txBody>
      <dsp:txXfrm>
        <a:off x="0" y="1509390"/>
        <a:ext cx="8229600" cy="1507181"/>
      </dsp:txXfrm>
    </dsp:sp>
    <dsp:sp modelId="{614D0E92-EB68-4CE5-9E13-E9F32D0F0955}">
      <dsp:nvSpPr>
        <dsp:cNvPr id="0" name=""/>
        <dsp:cNvSpPr/>
      </dsp:nvSpPr>
      <dsp:spPr>
        <a:xfrm>
          <a:off x="0" y="30165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36C472-6980-4DA5-8F34-D85AA11EFF8D}">
      <dsp:nvSpPr>
        <dsp:cNvPr id="0" name=""/>
        <dsp:cNvSpPr/>
      </dsp:nvSpPr>
      <dsp:spPr>
        <a:xfrm>
          <a:off x="0" y="3016572"/>
          <a:ext cx="8229600" cy="1507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• Future VR/AR Worlds – step inside the story.</a:t>
          </a:r>
        </a:p>
      </dsp:txBody>
      <dsp:txXfrm>
        <a:off x="0" y="3016572"/>
        <a:ext cx="8229600" cy="150718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837245-A656-4DA1-85E2-B97A0E233839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358957-D3D7-4EE9-B055-42943E0F0ACA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9E6300-FCA8-43E1-B1FC-481D82A8E1A1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Developers – coding magic.</a:t>
          </a:r>
        </a:p>
      </dsp:txBody>
      <dsp:txXfrm>
        <a:off x="1340173" y="795493"/>
        <a:ext cx="2552269" cy="1082781"/>
      </dsp:txXfrm>
    </dsp:sp>
    <dsp:sp modelId="{DE8E8891-89B3-4FB8-87A2-367282F79602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C9311B-B25D-4E6E-9255-8654B65F91BB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5DC6C6-6C6F-4F4D-98DF-D5C84CE51781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Artists – crafting characters and worlds.</a:t>
          </a:r>
        </a:p>
      </dsp:txBody>
      <dsp:txXfrm>
        <a:off x="5651962" y="795493"/>
        <a:ext cx="2552269" cy="1082781"/>
      </dsp:txXfrm>
    </dsp:sp>
    <dsp:sp modelId="{2A861354-7309-411B-8979-9A44AAEB7D5A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B11F6F-CB4E-422E-890C-F05F0D0F6391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A92374-54FF-4954-B4BC-459541EE900A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Designers – shaping fun and challenge.</a:t>
          </a:r>
        </a:p>
      </dsp:txBody>
      <dsp:txXfrm>
        <a:off x="1340173" y="2647688"/>
        <a:ext cx="2552269" cy="1082781"/>
      </dsp:txXfrm>
    </dsp:sp>
    <dsp:sp modelId="{74190948-C195-41F6-A6E0-1B4C005F260E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52820D-0EB6-4498-8876-6C7CECDF1197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4CF3CF-461C-4347-8A01-F7816C793542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Storytellers – giving life to adventures.</a:t>
          </a:r>
        </a:p>
      </dsp:txBody>
      <dsp:txXfrm>
        <a:off x="5651962" y="2647688"/>
        <a:ext cx="2552269" cy="10827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93BA2D-C195-4909-81DC-A8A4C6CC053E}">
      <dsp:nvSpPr>
        <dsp:cNvPr id="0" name=""/>
        <dsp:cNvSpPr/>
      </dsp:nvSpPr>
      <dsp:spPr>
        <a:xfrm>
          <a:off x="393299" y="118298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977033-183C-4720-B8E4-9A8294A14EEC}">
      <dsp:nvSpPr>
        <dsp:cNvPr id="0" name=""/>
        <dsp:cNvSpPr/>
      </dsp:nvSpPr>
      <dsp:spPr>
        <a:xfrm>
          <a:off x="627299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409FB0-4174-403B-8B6C-61CE373FFEE8}">
      <dsp:nvSpPr>
        <dsp:cNvPr id="0" name=""/>
        <dsp:cNvSpPr/>
      </dsp:nvSpPr>
      <dsp:spPr>
        <a:xfrm>
          <a:off x="42299" y="262298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Fun gameplay that keeps players hooked.</a:t>
          </a:r>
        </a:p>
      </dsp:txBody>
      <dsp:txXfrm>
        <a:off x="42299" y="2622981"/>
        <a:ext cx="1800000" cy="720000"/>
      </dsp:txXfrm>
    </dsp:sp>
    <dsp:sp modelId="{228F998D-2031-4337-913B-227EDD3A36FC}">
      <dsp:nvSpPr>
        <dsp:cNvPr id="0" name=""/>
        <dsp:cNvSpPr/>
      </dsp:nvSpPr>
      <dsp:spPr>
        <a:xfrm>
          <a:off x="2508300" y="118298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7AF1B4-089B-4E3D-AA1F-07A5EA6B24F1}">
      <dsp:nvSpPr>
        <dsp:cNvPr id="0" name=""/>
        <dsp:cNvSpPr/>
      </dsp:nvSpPr>
      <dsp:spPr>
        <a:xfrm>
          <a:off x="27423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369308-C0F6-4B10-8BC9-57C667EB654D}">
      <dsp:nvSpPr>
        <dsp:cNvPr id="0" name=""/>
        <dsp:cNvSpPr/>
      </dsp:nvSpPr>
      <dsp:spPr>
        <a:xfrm>
          <a:off x="2157300" y="262298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Creative and original storytelling.</a:t>
          </a:r>
        </a:p>
      </dsp:txBody>
      <dsp:txXfrm>
        <a:off x="2157300" y="2622981"/>
        <a:ext cx="1800000" cy="720000"/>
      </dsp:txXfrm>
    </dsp:sp>
    <dsp:sp modelId="{FD77BD83-1852-498A-99C5-E2877C32A070}">
      <dsp:nvSpPr>
        <dsp:cNvPr id="0" name=""/>
        <dsp:cNvSpPr/>
      </dsp:nvSpPr>
      <dsp:spPr>
        <a:xfrm>
          <a:off x="4623300" y="118298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8D030D-599C-4A73-BA03-99C9F261151B}">
      <dsp:nvSpPr>
        <dsp:cNvPr id="0" name=""/>
        <dsp:cNvSpPr/>
      </dsp:nvSpPr>
      <dsp:spPr>
        <a:xfrm>
          <a:off x="48573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EF8813-3BF8-4DED-BDD7-66C104EAC2D8}">
      <dsp:nvSpPr>
        <dsp:cNvPr id="0" name=""/>
        <dsp:cNvSpPr/>
      </dsp:nvSpPr>
      <dsp:spPr>
        <a:xfrm>
          <a:off x="4272300" y="262298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Community-driven development.</a:t>
          </a:r>
        </a:p>
      </dsp:txBody>
      <dsp:txXfrm>
        <a:off x="4272300" y="2622981"/>
        <a:ext cx="1800000" cy="720000"/>
      </dsp:txXfrm>
    </dsp:sp>
    <dsp:sp modelId="{15D02904-8457-4577-BBF5-3A04E42A2354}">
      <dsp:nvSpPr>
        <dsp:cNvPr id="0" name=""/>
        <dsp:cNvSpPr/>
      </dsp:nvSpPr>
      <dsp:spPr>
        <a:xfrm>
          <a:off x="6738300" y="118298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1F5DF6-3220-492A-96FE-48C9E280F533}">
      <dsp:nvSpPr>
        <dsp:cNvPr id="0" name=""/>
        <dsp:cNvSpPr/>
      </dsp:nvSpPr>
      <dsp:spPr>
        <a:xfrm>
          <a:off x="69723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931FF4-EFA7-4841-B79D-42665873F003}">
      <dsp:nvSpPr>
        <dsp:cNvPr id="0" name=""/>
        <dsp:cNvSpPr/>
      </dsp:nvSpPr>
      <dsp:spPr>
        <a:xfrm>
          <a:off x="6387300" y="262298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Constant updates and fresh content.</a:t>
          </a:r>
        </a:p>
      </dsp:txBody>
      <dsp:txXfrm>
        <a:off x="6387300" y="2622981"/>
        <a:ext cx="18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F61F10-25F1-43BE-9EDE-99D6D7A31F12}">
      <dsp:nvSpPr>
        <dsp:cNvPr id="0" name=""/>
        <dsp:cNvSpPr/>
      </dsp:nvSpPr>
      <dsp:spPr>
        <a:xfrm>
          <a:off x="3212678" y="1298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Expand globally with new releases.</a:t>
          </a:r>
        </a:p>
      </dsp:txBody>
      <dsp:txXfrm>
        <a:off x="3663739" y="1298"/>
        <a:ext cx="902121" cy="1488500"/>
      </dsp:txXfrm>
    </dsp:sp>
    <dsp:sp modelId="{6ADF62DB-9822-4826-9423-49DFECB47A9B}">
      <dsp:nvSpPr>
        <dsp:cNvPr id="0" name=""/>
        <dsp:cNvSpPr/>
      </dsp:nvSpPr>
      <dsp:spPr>
        <a:xfrm rot="5400000">
          <a:off x="4572239" y="1360859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Explore VR/AR and metaverse projects.</a:t>
          </a:r>
        </a:p>
      </dsp:txBody>
      <dsp:txXfrm rot="-5400000">
        <a:off x="4887983" y="1811920"/>
        <a:ext cx="1488500" cy="902121"/>
      </dsp:txXfrm>
    </dsp:sp>
    <dsp:sp modelId="{F1082557-89E4-4502-963A-E3E364667DD9}">
      <dsp:nvSpPr>
        <dsp:cNvPr id="0" name=""/>
        <dsp:cNvSpPr/>
      </dsp:nvSpPr>
      <dsp:spPr>
        <a:xfrm rot="10800000">
          <a:off x="3212678" y="2720420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Build competitive e-sports ready titles.</a:t>
          </a:r>
        </a:p>
      </dsp:txBody>
      <dsp:txXfrm rot="10800000">
        <a:off x="3663739" y="3036163"/>
        <a:ext cx="902121" cy="1488500"/>
      </dsp:txXfrm>
    </dsp:sp>
    <dsp:sp modelId="{CC0EDCE4-8FC4-4B5C-8D38-E2D7F0D97F88}">
      <dsp:nvSpPr>
        <dsp:cNvPr id="0" name=""/>
        <dsp:cNvSpPr/>
      </dsp:nvSpPr>
      <dsp:spPr>
        <a:xfrm rot="16200000">
          <a:off x="1853117" y="1360859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Grow a thriving player community.</a:t>
          </a:r>
        </a:p>
      </dsp:txBody>
      <dsp:txXfrm rot="5400000">
        <a:off x="1853118" y="1811920"/>
        <a:ext cx="1488500" cy="9021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Fables World of Gaming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Leveling Up the Future of Fun</a:t>
            </a:r>
          </a:p>
          <a:p>
            <a:r>
              <a:t>🎮✨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9144000" cy="365760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Us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2AB409A-12A6-96C2-84D9-BED97F1ABE4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5943600"/>
            <a:ext cx="9144000" cy="365760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Vision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2F818BA-90D9-A85E-E592-3290D731E45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5943600"/>
            <a:ext cx="9144000" cy="365760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Games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924E6E2-E6AB-E98F-E412-B54A258985F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5943600"/>
            <a:ext cx="9144000" cy="365760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Team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D348556-B0D9-1D33-36E2-F9C7EF7B0F5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5943600"/>
            <a:ext cx="9144000" cy="365760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Gamers Love Us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6A3B1C4-A9DE-5C3D-5FF6-DE1D415CAD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5943600"/>
            <a:ext cx="9144000" cy="365760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Goals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A1FF392-3026-25A2-2119-C547539D32A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5943600"/>
            <a:ext cx="9144000" cy="365760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Over? Press Play Again! 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365760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214</Words>
  <Application>Microsoft Office PowerPoint</Application>
  <PresentationFormat>On-screen Show (4:3)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Fables World of Gaming</vt:lpstr>
      <vt:lpstr>About Us</vt:lpstr>
      <vt:lpstr>Our Vision</vt:lpstr>
      <vt:lpstr>Our Games</vt:lpstr>
      <vt:lpstr>Our Team</vt:lpstr>
      <vt:lpstr>Why Gamers Love Us</vt:lpstr>
      <vt:lpstr>Future Goals</vt:lpstr>
      <vt:lpstr>Game Over? Press Play Again! 🎮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liko</dc:creator>
  <cp:keywords/>
  <dc:description>generated using python-pptx</dc:description>
  <cp:lastModifiedBy>liko mangcunyana</cp:lastModifiedBy>
  <cp:revision>2</cp:revision>
  <dcterms:created xsi:type="dcterms:W3CDTF">2013-01-27T09:14:16Z</dcterms:created>
  <dcterms:modified xsi:type="dcterms:W3CDTF">2025-08-21T22:32:18Z</dcterms:modified>
  <cp:category/>
</cp:coreProperties>
</file>